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7" r:id="rId11"/>
    <p:sldId id="269" r:id="rId12"/>
    <p:sldId id="270" r:id="rId13"/>
    <p:sldId id="271" r:id="rId14"/>
    <p:sldId id="268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307" y="86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3B6D4-8099-4756-8908-562500375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40E2CC7-777D-448D-B56E-B8CD1C186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BF387E-AB7B-4B4B-897D-81514C7BA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07.03.2026</a:t>
            </a:fld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0FBE17-044B-4AF6-A289-0A782F3B7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0144957-439D-47CC-A8ED-6A2C122E5876}"/>
              </a:ext>
            </a:extLst>
          </p:cNvPr>
          <p:cNvSpPr/>
          <p:nvPr userDrawn="1"/>
        </p:nvSpPr>
        <p:spPr>
          <a:xfrm>
            <a:off x="4854698" y="6346745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presentation-creation.ru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59A56F-C8EE-4028-B120-76C4E70D0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presentation-creation.ru</a:t>
            </a:r>
            <a:endParaRPr lang="ru-RU" dirty="0"/>
          </a:p>
        </p:txBody>
      </p:sp>
      <p:sp>
        <p:nvSpPr>
          <p:cNvPr id="15" name="Google Shape;21;p3">
            <a:extLst>
              <a:ext uri="{FF2B5EF4-FFF2-40B4-BE49-F238E27FC236}">
                <a16:creationId xmlns:a16="http://schemas.microsoft.com/office/drawing/2014/main" id="{F25BF6C3-6CEF-4217-9A35-451DBD2B05EA}"/>
              </a:ext>
            </a:extLst>
          </p:cNvPr>
          <p:cNvSpPr/>
          <p:nvPr userDrawn="1"/>
        </p:nvSpPr>
        <p:spPr>
          <a:xfrm rot="767936" flipH="1">
            <a:off x="7311027" y="5562092"/>
            <a:ext cx="5658256" cy="3086393"/>
          </a:xfrm>
          <a:custGeom>
            <a:avLst/>
            <a:gdLst>
              <a:gd name="connsiteX0" fmla="*/ 54690 w 86090"/>
              <a:gd name="connsiteY0" fmla="*/ 116 h 53568"/>
              <a:gd name="connsiteX1" fmla="*/ 43799 w 86090"/>
              <a:gd name="connsiteY1" fmla="*/ 3420 h 53568"/>
              <a:gd name="connsiteX2" fmla="*/ 23867 w 86090"/>
              <a:gd name="connsiteY2" fmla="*/ 26384 h 53568"/>
              <a:gd name="connsiteX3" fmla="*/ 15443 w 86090"/>
              <a:gd name="connsiteY3" fmla="*/ 30570 h 53568"/>
              <a:gd name="connsiteX4" fmla="*/ 14517 w 86090"/>
              <a:gd name="connsiteY4" fmla="*/ 30535 h 53568"/>
              <a:gd name="connsiteX5" fmla="*/ 11428 w 86090"/>
              <a:gd name="connsiteY5" fmla="*/ 30418 h 53568"/>
              <a:gd name="connsiteX6" fmla="*/ 39 w 86090"/>
              <a:gd name="connsiteY6" fmla="*/ 34114 h 53568"/>
              <a:gd name="connsiteX7" fmla="*/ 10831 w 86090"/>
              <a:gd name="connsiteY7" fmla="*/ 46041 h 53568"/>
              <a:gd name="connsiteX8" fmla="*/ 30398 w 86090"/>
              <a:gd name="connsiteY8" fmla="*/ 53568 h 53568"/>
              <a:gd name="connsiteX9" fmla="*/ 34419 w 86090"/>
              <a:gd name="connsiteY9" fmla="*/ 52929 h 53568"/>
              <a:gd name="connsiteX10" fmla="*/ 85987 w 86090"/>
              <a:gd name="connsiteY10" fmla="*/ 38125 h 53568"/>
              <a:gd name="connsiteX11" fmla="*/ 75901 w 86090"/>
              <a:gd name="connsiteY11" fmla="*/ 10688 h 53568"/>
              <a:gd name="connsiteX12" fmla="*/ 54690 w 86090"/>
              <a:gd name="connsiteY12" fmla="*/ 116 h 53568"/>
              <a:gd name="connsiteX0" fmla="*/ 54690 w 86090"/>
              <a:gd name="connsiteY0" fmla="*/ 0 h 53452"/>
              <a:gd name="connsiteX1" fmla="*/ 44407 w 86090"/>
              <a:gd name="connsiteY1" fmla="*/ 18431 h 53452"/>
              <a:gd name="connsiteX2" fmla="*/ 23867 w 86090"/>
              <a:gd name="connsiteY2" fmla="*/ 26268 h 53452"/>
              <a:gd name="connsiteX3" fmla="*/ 15443 w 86090"/>
              <a:gd name="connsiteY3" fmla="*/ 30454 h 53452"/>
              <a:gd name="connsiteX4" fmla="*/ 14517 w 86090"/>
              <a:gd name="connsiteY4" fmla="*/ 30419 h 53452"/>
              <a:gd name="connsiteX5" fmla="*/ 11428 w 86090"/>
              <a:gd name="connsiteY5" fmla="*/ 30302 h 53452"/>
              <a:gd name="connsiteX6" fmla="*/ 39 w 86090"/>
              <a:gd name="connsiteY6" fmla="*/ 33998 h 53452"/>
              <a:gd name="connsiteX7" fmla="*/ 10831 w 86090"/>
              <a:gd name="connsiteY7" fmla="*/ 45925 h 53452"/>
              <a:gd name="connsiteX8" fmla="*/ 30398 w 86090"/>
              <a:gd name="connsiteY8" fmla="*/ 53452 h 53452"/>
              <a:gd name="connsiteX9" fmla="*/ 34419 w 86090"/>
              <a:gd name="connsiteY9" fmla="*/ 52813 h 53452"/>
              <a:gd name="connsiteX10" fmla="*/ 85987 w 86090"/>
              <a:gd name="connsiteY10" fmla="*/ 38009 h 53452"/>
              <a:gd name="connsiteX11" fmla="*/ 75901 w 86090"/>
              <a:gd name="connsiteY11" fmla="*/ 10572 h 53452"/>
              <a:gd name="connsiteX12" fmla="*/ 54690 w 86090"/>
              <a:gd name="connsiteY12" fmla="*/ 0 h 53452"/>
              <a:gd name="connsiteX0" fmla="*/ 61755 w 86139"/>
              <a:gd name="connsiteY0" fmla="*/ 135 h 46986"/>
              <a:gd name="connsiteX1" fmla="*/ 44407 w 86139"/>
              <a:gd name="connsiteY1" fmla="*/ 11965 h 46986"/>
              <a:gd name="connsiteX2" fmla="*/ 23867 w 86139"/>
              <a:gd name="connsiteY2" fmla="*/ 19802 h 46986"/>
              <a:gd name="connsiteX3" fmla="*/ 15443 w 86139"/>
              <a:gd name="connsiteY3" fmla="*/ 23988 h 46986"/>
              <a:gd name="connsiteX4" fmla="*/ 14517 w 86139"/>
              <a:gd name="connsiteY4" fmla="*/ 23953 h 46986"/>
              <a:gd name="connsiteX5" fmla="*/ 11428 w 86139"/>
              <a:gd name="connsiteY5" fmla="*/ 23836 h 46986"/>
              <a:gd name="connsiteX6" fmla="*/ 39 w 86139"/>
              <a:gd name="connsiteY6" fmla="*/ 27532 h 46986"/>
              <a:gd name="connsiteX7" fmla="*/ 10831 w 86139"/>
              <a:gd name="connsiteY7" fmla="*/ 39459 h 46986"/>
              <a:gd name="connsiteX8" fmla="*/ 30398 w 86139"/>
              <a:gd name="connsiteY8" fmla="*/ 46986 h 46986"/>
              <a:gd name="connsiteX9" fmla="*/ 34419 w 86139"/>
              <a:gd name="connsiteY9" fmla="*/ 46347 h 46986"/>
              <a:gd name="connsiteX10" fmla="*/ 85987 w 86139"/>
              <a:gd name="connsiteY10" fmla="*/ 31543 h 46986"/>
              <a:gd name="connsiteX11" fmla="*/ 75901 w 86139"/>
              <a:gd name="connsiteY11" fmla="*/ 4106 h 46986"/>
              <a:gd name="connsiteX12" fmla="*/ 61755 w 86139"/>
              <a:gd name="connsiteY12" fmla="*/ 135 h 46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6139" h="46986" extrusionOk="0">
                <a:moveTo>
                  <a:pt x="61755" y="135"/>
                </a:moveTo>
                <a:cubicBezTo>
                  <a:pt x="58273" y="135"/>
                  <a:pt x="50722" y="8687"/>
                  <a:pt x="44407" y="11965"/>
                </a:cubicBezTo>
                <a:cubicBezTo>
                  <a:pt x="38092" y="15243"/>
                  <a:pt x="28694" y="17798"/>
                  <a:pt x="23867" y="19802"/>
                </a:cubicBezTo>
                <a:cubicBezTo>
                  <a:pt x="19040" y="21806"/>
                  <a:pt x="17001" y="23296"/>
                  <a:pt x="15443" y="23988"/>
                </a:cubicBezTo>
                <a:cubicBezTo>
                  <a:pt x="13885" y="24680"/>
                  <a:pt x="14837" y="23976"/>
                  <a:pt x="14517" y="23953"/>
                </a:cubicBezTo>
                <a:cubicBezTo>
                  <a:pt x="13445" y="23874"/>
                  <a:pt x="12413" y="23836"/>
                  <a:pt x="11428" y="23836"/>
                </a:cubicBezTo>
                <a:cubicBezTo>
                  <a:pt x="4945" y="23836"/>
                  <a:pt x="511" y="25459"/>
                  <a:pt x="39" y="27532"/>
                </a:cubicBezTo>
                <a:cubicBezTo>
                  <a:pt x="-501" y="29917"/>
                  <a:pt x="4649" y="36749"/>
                  <a:pt x="10831" y="39459"/>
                </a:cubicBezTo>
                <a:cubicBezTo>
                  <a:pt x="16017" y="41735"/>
                  <a:pt x="23339" y="46986"/>
                  <a:pt x="30398" y="46986"/>
                </a:cubicBezTo>
                <a:cubicBezTo>
                  <a:pt x="31754" y="46986"/>
                  <a:pt x="33100" y="46792"/>
                  <a:pt x="34419" y="46347"/>
                </a:cubicBezTo>
                <a:cubicBezTo>
                  <a:pt x="42608" y="43581"/>
                  <a:pt x="84686" y="49600"/>
                  <a:pt x="85987" y="31543"/>
                </a:cubicBezTo>
                <a:cubicBezTo>
                  <a:pt x="87289" y="13486"/>
                  <a:pt x="79940" y="9341"/>
                  <a:pt x="75901" y="4106"/>
                </a:cubicBezTo>
                <a:cubicBezTo>
                  <a:pt x="71862" y="-1129"/>
                  <a:pt x="73558" y="135"/>
                  <a:pt x="61755" y="135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22;p3">
            <a:extLst>
              <a:ext uri="{FF2B5EF4-FFF2-40B4-BE49-F238E27FC236}">
                <a16:creationId xmlns:a16="http://schemas.microsoft.com/office/drawing/2014/main" id="{D7C44C21-AA69-4906-8446-8466CB266AF9}"/>
              </a:ext>
            </a:extLst>
          </p:cNvPr>
          <p:cNvSpPr/>
          <p:nvPr userDrawn="1"/>
        </p:nvSpPr>
        <p:spPr>
          <a:xfrm rot="10516523" flipH="1">
            <a:off x="6957725" y="5059957"/>
            <a:ext cx="6478482" cy="3219134"/>
          </a:xfrm>
          <a:custGeom>
            <a:avLst/>
            <a:gdLst>
              <a:gd name="connsiteX0" fmla="*/ 73424 w 73424"/>
              <a:gd name="connsiteY0" fmla="*/ 0 h 31457"/>
              <a:gd name="connsiteX1" fmla="*/ 60785 w 73424"/>
              <a:gd name="connsiteY1" fmla="*/ 24597 h 31457"/>
              <a:gd name="connsiteX2" fmla="*/ 24778 w 73424"/>
              <a:gd name="connsiteY2" fmla="*/ 25788 h 31457"/>
              <a:gd name="connsiteX3" fmla="*/ 0 w 73424"/>
              <a:gd name="connsiteY3" fmla="*/ 18035 h 31457"/>
              <a:gd name="connsiteX0" fmla="*/ 73424 w 73424"/>
              <a:gd name="connsiteY0" fmla="*/ 0 h 31457"/>
              <a:gd name="connsiteX1" fmla="*/ 58067 w 73424"/>
              <a:gd name="connsiteY1" fmla="*/ 19389 h 31457"/>
              <a:gd name="connsiteX2" fmla="*/ 24778 w 73424"/>
              <a:gd name="connsiteY2" fmla="*/ 25788 h 31457"/>
              <a:gd name="connsiteX3" fmla="*/ 0 w 73424"/>
              <a:gd name="connsiteY3" fmla="*/ 18035 h 31457"/>
              <a:gd name="connsiteX0" fmla="*/ 73424 w 73424"/>
              <a:gd name="connsiteY0" fmla="*/ 0 h 29376"/>
              <a:gd name="connsiteX1" fmla="*/ 58067 w 73424"/>
              <a:gd name="connsiteY1" fmla="*/ 19389 h 29376"/>
              <a:gd name="connsiteX2" fmla="*/ 24778 w 73424"/>
              <a:gd name="connsiteY2" fmla="*/ 25788 h 29376"/>
              <a:gd name="connsiteX3" fmla="*/ 16974 w 73424"/>
              <a:gd name="connsiteY3" fmla="*/ 29025 h 29376"/>
              <a:gd name="connsiteX4" fmla="*/ 0 w 73424"/>
              <a:gd name="connsiteY4" fmla="*/ 18035 h 29376"/>
              <a:gd name="connsiteX0" fmla="*/ 67041 w 67041"/>
              <a:gd name="connsiteY0" fmla="*/ 0 h 29376"/>
              <a:gd name="connsiteX1" fmla="*/ 51684 w 67041"/>
              <a:gd name="connsiteY1" fmla="*/ 19389 h 29376"/>
              <a:gd name="connsiteX2" fmla="*/ 18395 w 67041"/>
              <a:gd name="connsiteY2" fmla="*/ 25788 h 29376"/>
              <a:gd name="connsiteX3" fmla="*/ 10591 w 67041"/>
              <a:gd name="connsiteY3" fmla="*/ 29025 h 29376"/>
              <a:gd name="connsiteX4" fmla="*/ 0 w 67041"/>
              <a:gd name="connsiteY4" fmla="*/ 10502 h 29376"/>
              <a:gd name="connsiteX0" fmla="*/ 67041 w 67041"/>
              <a:gd name="connsiteY0" fmla="*/ 0 h 27223"/>
              <a:gd name="connsiteX1" fmla="*/ 51684 w 67041"/>
              <a:gd name="connsiteY1" fmla="*/ 19389 h 27223"/>
              <a:gd name="connsiteX2" fmla="*/ 18395 w 67041"/>
              <a:gd name="connsiteY2" fmla="*/ 25788 h 27223"/>
              <a:gd name="connsiteX3" fmla="*/ 10214 w 67041"/>
              <a:gd name="connsiteY3" fmla="*/ 26197 h 27223"/>
              <a:gd name="connsiteX4" fmla="*/ 0 w 67041"/>
              <a:gd name="connsiteY4" fmla="*/ 10502 h 27223"/>
              <a:gd name="connsiteX0" fmla="*/ 67041 w 67041"/>
              <a:gd name="connsiteY0" fmla="*/ 0 h 28127"/>
              <a:gd name="connsiteX1" fmla="*/ 51684 w 67041"/>
              <a:gd name="connsiteY1" fmla="*/ 19389 h 28127"/>
              <a:gd name="connsiteX2" fmla="*/ 20086 w 67041"/>
              <a:gd name="connsiteY2" fmla="*/ 27221 h 28127"/>
              <a:gd name="connsiteX3" fmla="*/ 10214 w 67041"/>
              <a:gd name="connsiteY3" fmla="*/ 26197 h 28127"/>
              <a:gd name="connsiteX4" fmla="*/ 0 w 67041"/>
              <a:gd name="connsiteY4" fmla="*/ 10502 h 28127"/>
              <a:gd name="connsiteX0" fmla="*/ 67041 w 67041"/>
              <a:gd name="connsiteY0" fmla="*/ 0 h 27915"/>
              <a:gd name="connsiteX1" fmla="*/ 51684 w 67041"/>
              <a:gd name="connsiteY1" fmla="*/ 19389 h 27915"/>
              <a:gd name="connsiteX2" fmla="*/ 20086 w 67041"/>
              <a:gd name="connsiteY2" fmla="*/ 27221 h 27915"/>
              <a:gd name="connsiteX3" fmla="*/ 10984 w 67041"/>
              <a:gd name="connsiteY3" fmla="*/ 25133 h 27915"/>
              <a:gd name="connsiteX4" fmla="*/ 0 w 67041"/>
              <a:gd name="connsiteY4" fmla="*/ 10502 h 27915"/>
              <a:gd name="connsiteX0" fmla="*/ 67041 w 67041"/>
              <a:gd name="connsiteY0" fmla="*/ 0 h 27915"/>
              <a:gd name="connsiteX1" fmla="*/ 43220 w 67041"/>
              <a:gd name="connsiteY1" fmla="*/ 6935 h 27915"/>
              <a:gd name="connsiteX2" fmla="*/ 20086 w 67041"/>
              <a:gd name="connsiteY2" fmla="*/ 27221 h 27915"/>
              <a:gd name="connsiteX3" fmla="*/ 10984 w 67041"/>
              <a:gd name="connsiteY3" fmla="*/ 25133 h 27915"/>
              <a:gd name="connsiteX4" fmla="*/ 0 w 67041"/>
              <a:gd name="connsiteY4" fmla="*/ 10502 h 27915"/>
              <a:gd name="connsiteX0" fmla="*/ 60570 w 60570"/>
              <a:gd name="connsiteY0" fmla="*/ 0 h 30097"/>
              <a:gd name="connsiteX1" fmla="*/ 43220 w 60570"/>
              <a:gd name="connsiteY1" fmla="*/ 9117 h 30097"/>
              <a:gd name="connsiteX2" fmla="*/ 20086 w 60570"/>
              <a:gd name="connsiteY2" fmla="*/ 29403 h 30097"/>
              <a:gd name="connsiteX3" fmla="*/ 10984 w 60570"/>
              <a:gd name="connsiteY3" fmla="*/ 27315 h 30097"/>
              <a:gd name="connsiteX4" fmla="*/ 0 w 60570"/>
              <a:gd name="connsiteY4" fmla="*/ 12684 h 30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0" h="30097" fill="none" extrusionOk="0">
                <a:moveTo>
                  <a:pt x="60570" y="0"/>
                </a:moveTo>
                <a:cubicBezTo>
                  <a:pt x="60570" y="0"/>
                  <a:pt x="49967" y="4217"/>
                  <a:pt x="43220" y="9117"/>
                </a:cubicBezTo>
                <a:cubicBezTo>
                  <a:pt x="36473" y="14017"/>
                  <a:pt x="27832" y="27413"/>
                  <a:pt x="20086" y="29403"/>
                </a:cubicBezTo>
                <a:cubicBezTo>
                  <a:pt x="12340" y="31393"/>
                  <a:pt x="15114" y="28607"/>
                  <a:pt x="10984" y="27315"/>
                </a:cubicBezTo>
                <a:cubicBezTo>
                  <a:pt x="6854" y="26023"/>
                  <a:pt x="1931" y="14899"/>
                  <a:pt x="0" y="12684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7" name="Google Shape;23;p3">
            <a:extLst>
              <a:ext uri="{FF2B5EF4-FFF2-40B4-BE49-F238E27FC236}">
                <a16:creationId xmlns:a16="http://schemas.microsoft.com/office/drawing/2014/main" id="{A62885B8-6DEC-4FA2-B9DD-29F52230D613}"/>
              </a:ext>
            </a:extLst>
          </p:cNvPr>
          <p:cNvSpPr/>
          <p:nvPr userDrawn="1"/>
        </p:nvSpPr>
        <p:spPr>
          <a:xfrm rot="5636608" flipH="1">
            <a:off x="-2453358" y="-39767"/>
            <a:ext cx="5051971" cy="3279932"/>
          </a:xfrm>
          <a:custGeom>
            <a:avLst/>
            <a:gdLst>
              <a:gd name="connsiteX0" fmla="*/ 55307 w 86160"/>
              <a:gd name="connsiteY0" fmla="*/ 1231 h 51819"/>
              <a:gd name="connsiteX1" fmla="*/ 43799 w 86160"/>
              <a:gd name="connsiteY1" fmla="*/ 1671 h 51819"/>
              <a:gd name="connsiteX2" fmla="*/ 23250 w 86160"/>
              <a:gd name="connsiteY2" fmla="*/ 22116 h 51819"/>
              <a:gd name="connsiteX3" fmla="*/ 15443 w 86160"/>
              <a:gd name="connsiteY3" fmla="*/ 28821 h 51819"/>
              <a:gd name="connsiteX4" fmla="*/ 14517 w 86160"/>
              <a:gd name="connsiteY4" fmla="*/ 28786 h 51819"/>
              <a:gd name="connsiteX5" fmla="*/ 11428 w 86160"/>
              <a:gd name="connsiteY5" fmla="*/ 28669 h 51819"/>
              <a:gd name="connsiteX6" fmla="*/ 39 w 86160"/>
              <a:gd name="connsiteY6" fmla="*/ 32365 h 51819"/>
              <a:gd name="connsiteX7" fmla="*/ 10831 w 86160"/>
              <a:gd name="connsiteY7" fmla="*/ 44292 h 51819"/>
              <a:gd name="connsiteX8" fmla="*/ 30398 w 86160"/>
              <a:gd name="connsiteY8" fmla="*/ 51819 h 51819"/>
              <a:gd name="connsiteX9" fmla="*/ 34419 w 86160"/>
              <a:gd name="connsiteY9" fmla="*/ 51180 h 51819"/>
              <a:gd name="connsiteX10" fmla="*/ 85987 w 86160"/>
              <a:gd name="connsiteY10" fmla="*/ 36376 h 51819"/>
              <a:gd name="connsiteX11" fmla="*/ 75901 w 86160"/>
              <a:gd name="connsiteY11" fmla="*/ 8939 h 51819"/>
              <a:gd name="connsiteX12" fmla="*/ 55307 w 86160"/>
              <a:gd name="connsiteY12" fmla="*/ 1231 h 51819"/>
              <a:gd name="connsiteX0" fmla="*/ 55307 w 86160"/>
              <a:gd name="connsiteY0" fmla="*/ 18 h 50606"/>
              <a:gd name="connsiteX1" fmla="*/ 46385 w 86160"/>
              <a:gd name="connsiteY1" fmla="*/ 3060 h 50606"/>
              <a:gd name="connsiteX2" fmla="*/ 23250 w 86160"/>
              <a:gd name="connsiteY2" fmla="*/ 20903 h 50606"/>
              <a:gd name="connsiteX3" fmla="*/ 15443 w 86160"/>
              <a:gd name="connsiteY3" fmla="*/ 27608 h 50606"/>
              <a:gd name="connsiteX4" fmla="*/ 14517 w 86160"/>
              <a:gd name="connsiteY4" fmla="*/ 27573 h 50606"/>
              <a:gd name="connsiteX5" fmla="*/ 11428 w 86160"/>
              <a:gd name="connsiteY5" fmla="*/ 27456 h 50606"/>
              <a:gd name="connsiteX6" fmla="*/ 39 w 86160"/>
              <a:gd name="connsiteY6" fmla="*/ 31152 h 50606"/>
              <a:gd name="connsiteX7" fmla="*/ 10831 w 86160"/>
              <a:gd name="connsiteY7" fmla="*/ 43079 h 50606"/>
              <a:gd name="connsiteX8" fmla="*/ 30398 w 86160"/>
              <a:gd name="connsiteY8" fmla="*/ 50606 h 50606"/>
              <a:gd name="connsiteX9" fmla="*/ 34419 w 86160"/>
              <a:gd name="connsiteY9" fmla="*/ 49967 h 50606"/>
              <a:gd name="connsiteX10" fmla="*/ 85987 w 86160"/>
              <a:gd name="connsiteY10" fmla="*/ 35163 h 50606"/>
              <a:gd name="connsiteX11" fmla="*/ 75901 w 86160"/>
              <a:gd name="connsiteY11" fmla="*/ 7726 h 50606"/>
              <a:gd name="connsiteX12" fmla="*/ 55307 w 86160"/>
              <a:gd name="connsiteY12" fmla="*/ 18 h 50606"/>
              <a:gd name="connsiteX0" fmla="*/ 55307 w 79837"/>
              <a:gd name="connsiteY0" fmla="*/ 18 h 52262"/>
              <a:gd name="connsiteX1" fmla="*/ 46385 w 79837"/>
              <a:gd name="connsiteY1" fmla="*/ 3060 h 52262"/>
              <a:gd name="connsiteX2" fmla="*/ 23250 w 79837"/>
              <a:gd name="connsiteY2" fmla="*/ 20903 h 52262"/>
              <a:gd name="connsiteX3" fmla="*/ 15443 w 79837"/>
              <a:gd name="connsiteY3" fmla="*/ 27608 h 52262"/>
              <a:gd name="connsiteX4" fmla="*/ 14517 w 79837"/>
              <a:gd name="connsiteY4" fmla="*/ 27573 h 52262"/>
              <a:gd name="connsiteX5" fmla="*/ 11428 w 79837"/>
              <a:gd name="connsiteY5" fmla="*/ 27456 h 52262"/>
              <a:gd name="connsiteX6" fmla="*/ 39 w 79837"/>
              <a:gd name="connsiteY6" fmla="*/ 31152 h 52262"/>
              <a:gd name="connsiteX7" fmla="*/ 10831 w 79837"/>
              <a:gd name="connsiteY7" fmla="*/ 43079 h 52262"/>
              <a:gd name="connsiteX8" fmla="*/ 30398 w 79837"/>
              <a:gd name="connsiteY8" fmla="*/ 50606 h 52262"/>
              <a:gd name="connsiteX9" fmla="*/ 34419 w 79837"/>
              <a:gd name="connsiteY9" fmla="*/ 49967 h 52262"/>
              <a:gd name="connsiteX10" fmla="*/ 79229 w 79837"/>
              <a:gd name="connsiteY10" fmla="*/ 22039 h 52262"/>
              <a:gd name="connsiteX11" fmla="*/ 75901 w 79837"/>
              <a:gd name="connsiteY11" fmla="*/ 7726 h 52262"/>
              <a:gd name="connsiteX12" fmla="*/ 55307 w 79837"/>
              <a:gd name="connsiteY12" fmla="*/ 18 h 52262"/>
              <a:gd name="connsiteX0" fmla="*/ 55302 w 79832"/>
              <a:gd name="connsiteY0" fmla="*/ 18 h 51830"/>
              <a:gd name="connsiteX1" fmla="*/ 46380 w 79832"/>
              <a:gd name="connsiteY1" fmla="*/ 3060 h 51830"/>
              <a:gd name="connsiteX2" fmla="*/ 23245 w 79832"/>
              <a:gd name="connsiteY2" fmla="*/ 20903 h 51830"/>
              <a:gd name="connsiteX3" fmla="*/ 15438 w 79832"/>
              <a:gd name="connsiteY3" fmla="*/ 27608 h 51830"/>
              <a:gd name="connsiteX4" fmla="*/ 14512 w 79832"/>
              <a:gd name="connsiteY4" fmla="*/ 27573 h 51830"/>
              <a:gd name="connsiteX5" fmla="*/ 11423 w 79832"/>
              <a:gd name="connsiteY5" fmla="*/ 27456 h 51830"/>
              <a:gd name="connsiteX6" fmla="*/ 34 w 79832"/>
              <a:gd name="connsiteY6" fmla="*/ 31152 h 51830"/>
              <a:gd name="connsiteX7" fmla="*/ 10826 w 79832"/>
              <a:gd name="connsiteY7" fmla="*/ 43079 h 51830"/>
              <a:gd name="connsiteX8" fmla="*/ 31694 w 79832"/>
              <a:gd name="connsiteY8" fmla="*/ 49313 h 51830"/>
              <a:gd name="connsiteX9" fmla="*/ 34414 w 79832"/>
              <a:gd name="connsiteY9" fmla="*/ 49967 h 51830"/>
              <a:gd name="connsiteX10" fmla="*/ 79224 w 79832"/>
              <a:gd name="connsiteY10" fmla="*/ 22039 h 51830"/>
              <a:gd name="connsiteX11" fmla="*/ 75896 w 79832"/>
              <a:gd name="connsiteY11" fmla="*/ 7726 h 51830"/>
              <a:gd name="connsiteX12" fmla="*/ 55302 w 79832"/>
              <a:gd name="connsiteY12" fmla="*/ 18 h 51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9832" h="51830" extrusionOk="0">
                <a:moveTo>
                  <a:pt x="55302" y="18"/>
                </a:moveTo>
                <a:cubicBezTo>
                  <a:pt x="51820" y="18"/>
                  <a:pt x="51723" y="-421"/>
                  <a:pt x="46380" y="3060"/>
                </a:cubicBezTo>
                <a:cubicBezTo>
                  <a:pt x="41037" y="6541"/>
                  <a:pt x="28402" y="16812"/>
                  <a:pt x="23245" y="20903"/>
                </a:cubicBezTo>
                <a:cubicBezTo>
                  <a:pt x="18088" y="24994"/>
                  <a:pt x="22692" y="27608"/>
                  <a:pt x="15438" y="27608"/>
                </a:cubicBezTo>
                <a:cubicBezTo>
                  <a:pt x="15141" y="27608"/>
                  <a:pt x="14832" y="27596"/>
                  <a:pt x="14512" y="27573"/>
                </a:cubicBezTo>
                <a:cubicBezTo>
                  <a:pt x="13440" y="27494"/>
                  <a:pt x="12408" y="27456"/>
                  <a:pt x="11423" y="27456"/>
                </a:cubicBezTo>
                <a:cubicBezTo>
                  <a:pt x="4940" y="27456"/>
                  <a:pt x="506" y="29079"/>
                  <a:pt x="34" y="31152"/>
                </a:cubicBezTo>
                <a:cubicBezTo>
                  <a:pt x="-506" y="33537"/>
                  <a:pt x="5549" y="40052"/>
                  <a:pt x="10826" y="43079"/>
                </a:cubicBezTo>
                <a:cubicBezTo>
                  <a:pt x="16103" y="46106"/>
                  <a:pt x="24635" y="49313"/>
                  <a:pt x="31694" y="49313"/>
                </a:cubicBezTo>
                <a:cubicBezTo>
                  <a:pt x="33050" y="49313"/>
                  <a:pt x="26492" y="54513"/>
                  <a:pt x="34414" y="49967"/>
                </a:cubicBezTo>
                <a:cubicBezTo>
                  <a:pt x="42336" y="45421"/>
                  <a:pt x="77923" y="40096"/>
                  <a:pt x="79224" y="22039"/>
                </a:cubicBezTo>
                <a:cubicBezTo>
                  <a:pt x="80526" y="3982"/>
                  <a:pt x="79883" y="11396"/>
                  <a:pt x="75896" y="7726"/>
                </a:cubicBezTo>
                <a:cubicBezTo>
                  <a:pt x="71909" y="4056"/>
                  <a:pt x="67105" y="18"/>
                  <a:pt x="55302" y="18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28;p3">
            <a:extLst>
              <a:ext uri="{FF2B5EF4-FFF2-40B4-BE49-F238E27FC236}">
                <a16:creationId xmlns:a16="http://schemas.microsoft.com/office/drawing/2014/main" id="{86999DB2-B561-462F-932D-00FD467CF02F}"/>
              </a:ext>
            </a:extLst>
          </p:cNvPr>
          <p:cNvSpPr/>
          <p:nvPr userDrawn="1"/>
        </p:nvSpPr>
        <p:spPr>
          <a:xfrm>
            <a:off x="3793203" y="-3317232"/>
            <a:ext cx="6498782" cy="4960063"/>
          </a:xfrm>
          <a:custGeom>
            <a:avLst/>
            <a:gdLst>
              <a:gd name="connsiteX0" fmla="*/ 23944 w 36088"/>
              <a:gd name="connsiteY0" fmla="*/ 0 h 29796"/>
              <a:gd name="connsiteX1" fmla="*/ 1490 w 36088"/>
              <a:gd name="connsiteY1" fmla="*/ 6817 h 29796"/>
              <a:gd name="connsiteX2" fmla="*/ 5114 w 36088"/>
              <a:gd name="connsiteY2" fmla="*/ 25300 h 29796"/>
              <a:gd name="connsiteX3" fmla="*/ 8553 w 36088"/>
              <a:gd name="connsiteY3" fmla="*/ 29631 h 29796"/>
              <a:gd name="connsiteX4" fmla="*/ 35590 w 36088"/>
              <a:gd name="connsiteY4" fmla="*/ 18845 h 29796"/>
              <a:gd name="connsiteX5" fmla="*/ 26005 w 36088"/>
              <a:gd name="connsiteY5" fmla="*/ 248 h 29796"/>
              <a:gd name="connsiteX6" fmla="*/ 23944 w 36088"/>
              <a:gd name="connsiteY6" fmla="*/ 0 h 29796"/>
              <a:gd name="connsiteX0" fmla="*/ 23543 w 35687"/>
              <a:gd name="connsiteY0" fmla="*/ 0 h 27237"/>
              <a:gd name="connsiteX1" fmla="*/ 1089 w 35687"/>
              <a:gd name="connsiteY1" fmla="*/ 6817 h 27237"/>
              <a:gd name="connsiteX2" fmla="*/ 4713 w 35687"/>
              <a:gd name="connsiteY2" fmla="*/ 25300 h 27237"/>
              <a:gd name="connsiteX3" fmla="*/ 15182 w 35687"/>
              <a:gd name="connsiteY3" fmla="*/ 25949 h 27237"/>
              <a:gd name="connsiteX4" fmla="*/ 35189 w 35687"/>
              <a:gd name="connsiteY4" fmla="*/ 18845 h 27237"/>
              <a:gd name="connsiteX5" fmla="*/ 25604 w 35687"/>
              <a:gd name="connsiteY5" fmla="*/ 248 h 27237"/>
              <a:gd name="connsiteX6" fmla="*/ 23543 w 35687"/>
              <a:gd name="connsiteY6" fmla="*/ 0 h 27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87" h="27237" extrusionOk="0">
                <a:moveTo>
                  <a:pt x="23543" y="0"/>
                </a:moveTo>
                <a:cubicBezTo>
                  <a:pt x="16287" y="0"/>
                  <a:pt x="4227" y="2600"/>
                  <a:pt x="1089" y="6817"/>
                </a:cubicBezTo>
                <a:cubicBezTo>
                  <a:pt x="-2049" y="11034"/>
                  <a:pt x="2364" y="22111"/>
                  <a:pt x="4713" y="25300"/>
                </a:cubicBezTo>
                <a:cubicBezTo>
                  <a:pt x="7062" y="28489"/>
                  <a:pt x="10103" y="27025"/>
                  <a:pt x="15182" y="25949"/>
                </a:cubicBezTo>
                <a:cubicBezTo>
                  <a:pt x="20261" y="24873"/>
                  <a:pt x="33306" y="21287"/>
                  <a:pt x="35189" y="18845"/>
                </a:cubicBezTo>
                <a:cubicBezTo>
                  <a:pt x="37479" y="15871"/>
                  <a:pt x="31460" y="1992"/>
                  <a:pt x="25604" y="248"/>
                </a:cubicBezTo>
                <a:cubicBezTo>
                  <a:pt x="25029" y="77"/>
                  <a:pt x="24332" y="0"/>
                  <a:pt x="23543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915E017-FBEA-43E5-BEF2-B852B6A94906}"/>
              </a:ext>
            </a:extLst>
          </p:cNvPr>
          <p:cNvSpPr/>
          <p:nvPr userDrawn="1"/>
        </p:nvSpPr>
        <p:spPr>
          <a:xfrm rot="5400000">
            <a:off x="11135364" y="890195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</a:rPr>
              <a:t>presentation-creation.ru</a:t>
            </a:r>
          </a:p>
        </p:txBody>
      </p:sp>
    </p:spTree>
    <p:extLst>
      <p:ext uri="{BB962C8B-B14F-4D97-AF65-F5344CB8AC3E}">
        <p14:creationId xmlns:p14="http://schemas.microsoft.com/office/powerpoint/2010/main" val="390844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Google Shape;20;p3">
            <a:extLst>
              <a:ext uri="{FF2B5EF4-FFF2-40B4-BE49-F238E27FC236}">
                <a16:creationId xmlns:a16="http://schemas.microsoft.com/office/drawing/2014/main" id="{42B27CB7-B8F6-4150-82B0-1DA60E4ED577}"/>
              </a:ext>
            </a:extLst>
          </p:cNvPr>
          <p:cNvSpPr/>
          <p:nvPr userDrawn="1"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" fmla="*/ 31604 w 86049"/>
              <a:gd name="connsiteY0" fmla="*/ 13249 h 50221"/>
              <a:gd name="connsiteX1" fmla="*/ 43799 w 86049"/>
              <a:gd name="connsiteY1" fmla="*/ 73 h 50221"/>
              <a:gd name="connsiteX2" fmla="*/ 23250 w 86049"/>
              <a:gd name="connsiteY2" fmla="*/ 20518 h 50221"/>
              <a:gd name="connsiteX3" fmla="*/ 15443 w 86049"/>
              <a:gd name="connsiteY3" fmla="*/ 27223 h 50221"/>
              <a:gd name="connsiteX4" fmla="*/ 14517 w 86049"/>
              <a:gd name="connsiteY4" fmla="*/ 27188 h 50221"/>
              <a:gd name="connsiteX5" fmla="*/ 11428 w 86049"/>
              <a:gd name="connsiteY5" fmla="*/ 27071 h 50221"/>
              <a:gd name="connsiteX6" fmla="*/ 39 w 86049"/>
              <a:gd name="connsiteY6" fmla="*/ 30767 h 50221"/>
              <a:gd name="connsiteX7" fmla="*/ 10831 w 86049"/>
              <a:gd name="connsiteY7" fmla="*/ 42694 h 50221"/>
              <a:gd name="connsiteX8" fmla="*/ 30398 w 86049"/>
              <a:gd name="connsiteY8" fmla="*/ 50221 h 50221"/>
              <a:gd name="connsiteX9" fmla="*/ 34419 w 86049"/>
              <a:gd name="connsiteY9" fmla="*/ 49582 h 50221"/>
              <a:gd name="connsiteX10" fmla="*/ 85987 w 86049"/>
              <a:gd name="connsiteY10" fmla="*/ 34778 h 50221"/>
              <a:gd name="connsiteX11" fmla="*/ 58717 w 86049"/>
              <a:gd name="connsiteY11" fmla="*/ 14646 h 50221"/>
              <a:gd name="connsiteX12" fmla="*/ 31604 w 86049"/>
              <a:gd name="connsiteY12" fmla="*/ 13249 h 50221"/>
              <a:gd name="connsiteX0" fmla="*/ 31604 w 86049"/>
              <a:gd name="connsiteY0" fmla="*/ 663 h 37635"/>
              <a:gd name="connsiteX1" fmla="*/ 28313 w 86049"/>
              <a:gd name="connsiteY1" fmla="*/ 5107 h 37635"/>
              <a:gd name="connsiteX2" fmla="*/ 23250 w 86049"/>
              <a:gd name="connsiteY2" fmla="*/ 7932 h 37635"/>
              <a:gd name="connsiteX3" fmla="*/ 15443 w 86049"/>
              <a:gd name="connsiteY3" fmla="*/ 14637 h 37635"/>
              <a:gd name="connsiteX4" fmla="*/ 14517 w 86049"/>
              <a:gd name="connsiteY4" fmla="*/ 14602 h 37635"/>
              <a:gd name="connsiteX5" fmla="*/ 11428 w 86049"/>
              <a:gd name="connsiteY5" fmla="*/ 14485 h 37635"/>
              <a:gd name="connsiteX6" fmla="*/ 39 w 86049"/>
              <a:gd name="connsiteY6" fmla="*/ 18181 h 37635"/>
              <a:gd name="connsiteX7" fmla="*/ 10831 w 86049"/>
              <a:gd name="connsiteY7" fmla="*/ 30108 h 37635"/>
              <a:gd name="connsiteX8" fmla="*/ 30398 w 86049"/>
              <a:gd name="connsiteY8" fmla="*/ 37635 h 37635"/>
              <a:gd name="connsiteX9" fmla="*/ 34419 w 86049"/>
              <a:gd name="connsiteY9" fmla="*/ 36996 h 37635"/>
              <a:gd name="connsiteX10" fmla="*/ 85987 w 86049"/>
              <a:gd name="connsiteY10" fmla="*/ 22192 h 37635"/>
              <a:gd name="connsiteX11" fmla="*/ 58717 w 86049"/>
              <a:gd name="connsiteY11" fmla="*/ 2060 h 37635"/>
              <a:gd name="connsiteX12" fmla="*/ 31604 w 86049"/>
              <a:gd name="connsiteY12" fmla="*/ 663 h 37635"/>
              <a:gd name="connsiteX0" fmla="*/ 31604 w 77695"/>
              <a:gd name="connsiteY0" fmla="*/ 1620 h 44988"/>
              <a:gd name="connsiteX1" fmla="*/ 28313 w 77695"/>
              <a:gd name="connsiteY1" fmla="*/ 6064 h 44988"/>
              <a:gd name="connsiteX2" fmla="*/ 23250 w 77695"/>
              <a:gd name="connsiteY2" fmla="*/ 8889 h 44988"/>
              <a:gd name="connsiteX3" fmla="*/ 15443 w 77695"/>
              <a:gd name="connsiteY3" fmla="*/ 15594 h 44988"/>
              <a:gd name="connsiteX4" fmla="*/ 14517 w 77695"/>
              <a:gd name="connsiteY4" fmla="*/ 15559 h 44988"/>
              <a:gd name="connsiteX5" fmla="*/ 11428 w 77695"/>
              <a:gd name="connsiteY5" fmla="*/ 15442 h 44988"/>
              <a:gd name="connsiteX6" fmla="*/ 39 w 77695"/>
              <a:gd name="connsiteY6" fmla="*/ 19138 h 44988"/>
              <a:gd name="connsiteX7" fmla="*/ 10831 w 77695"/>
              <a:gd name="connsiteY7" fmla="*/ 31065 h 44988"/>
              <a:gd name="connsiteX8" fmla="*/ 30398 w 77695"/>
              <a:gd name="connsiteY8" fmla="*/ 38592 h 44988"/>
              <a:gd name="connsiteX9" fmla="*/ 34419 w 77695"/>
              <a:gd name="connsiteY9" fmla="*/ 37953 h 44988"/>
              <a:gd name="connsiteX10" fmla="*/ 77601 w 77695"/>
              <a:gd name="connsiteY10" fmla="*/ 36699 h 44988"/>
              <a:gd name="connsiteX11" fmla="*/ 58717 w 77695"/>
              <a:gd name="connsiteY11" fmla="*/ 3017 h 44988"/>
              <a:gd name="connsiteX12" fmla="*/ 31604 w 77695"/>
              <a:gd name="connsiteY12" fmla="*/ 1620 h 44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31;p4">
            <a:extLst>
              <a:ext uri="{FF2B5EF4-FFF2-40B4-BE49-F238E27FC236}">
                <a16:creationId xmlns:a16="http://schemas.microsoft.com/office/drawing/2014/main" id="{3961D41C-692B-42A8-87F2-FC59DE6A9946}"/>
              </a:ext>
            </a:extLst>
          </p:cNvPr>
          <p:cNvSpPr/>
          <p:nvPr userDrawn="1"/>
        </p:nvSpPr>
        <p:spPr>
          <a:xfrm rot="-5553048">
            <a:off x="-1728792" y="3031550"/>
            <a:ext cx="4562744" cy="5532834"/>
          </a:xfrm>
          <a:custGeom>
            <a:avLst/>
            <a:gdLst>
              <a:gd name="connsiteX0" fmla="*/ 17321 w 71277"/>
              <a:gd name="connsiteY0" fmla="*/ 0 h 87423"/>
              <a:gd name="connsiteX1" fmla="*/ 9011 w 71277"/>
              <a:gd name="connsiteY1" fmla="*/ 27428 h 87423"/>
              <a:gd name="connsiteX2" fmla="*/ 2082 w 71277"/>
              <a:gd name="connsiteY2" fmla="*/ 50348 h 87423"/>
              <a:gd name="connsiteX3" fmla="*/ 15302 w 71277"/>
              <a:gd name="connsiteY3" fmla="*/ 87423 h 87423"/>
              <a:gd name="connsiteX4" fmla="*/ 19065 w 71277"/>
              <a:gd name="connsiteY4" fmla="*/ 85987 h 87423"/>
              <a:gd name="connsiteX5" fmla="*/ 26399 w 71277"/>
              <a:gd name="connsiteY5" fmla="*/ 82951 h 87423"/>
              <a:gd name="connsiteX6" fmla="*/ 32515 w 71277"/>
              <a:gd name="connsiteY6" fmla="*/ 83740 h 87423"/>
              <a:gd name="connsiteX7" fmla="*/ 39127 w 71277"/>
              <a:gd name="connsiteY7" fmla="*/ 79207 h 87423"/>
              <a:gd name="connsiteX8" fmla="*/ 70575 w 71277"/>
              <a:gd name="connsiteY8" fmla="*/ 44134 h 87423"/>
              <a:gd name="connsiteX9" fmla="*/ 25270 w 71277"/>
              <a:gd name="connsiteY9" fmla="*/ 1874 h 87423"/>
              <a:gd name="connsiteX10" fmla="*/ 17321 w 71277"/>
              <a:gd name="connsiteY10" fmla="*/ 0 h 87423"/>
              <a:gd name="connsiteX0" fmla="*/ 17108 w 71064"/>
              <a:gd name="connsiteY0" fmla="*/ 0 h 86173"/>
              <a:gd name="connsiteX1" fmla="*/ 8798 w 71064"/>
              <a:gd name="connsiteY1" fmla="*/ 27428 h 86173"/>
              <a:gd name="connsiteX2" fmla="*/ 1869 w 71064"/>
              <a:gd name="connsiteY2" fmla="*/ 50348 h 86173"/>
              <a:gd name="connsiteX3" fmla="*/ 11781 w 71064"/>
              <a:gd name="connsiteY3" fmla="*/ 76346 h 86173"/>
              <a:gd name="connsiteX4" fmla="*/ 18852 w 71064"/>
              <a:gd name="connsiteY4" fmla="*/ 85987 h 86173"/>
              <a:gd name="connsiteX5" fmla="*/ 26186 w 71064"/>
              <a:gd name="connsiteY5" fmla="*/ 82951 h 86173"/>
              <a:gd name="connsiteX6" fmla="*/ 32302 w 71064"/>
              <a:gd name="connsiteY6" fmla="*/ 83740 h 86173"/>
              <a:gd name="connsiteX7" fmla="*/ 38914 w 71064"/>
              <a:gd name="connsiteY7" fmla="*/ 79207 h 86173"/>
              <a:gd name="connsiteX8" fmla="*/ 70362 w 71064"/>
              <a:gd name="connsiteY8" fmla="*/ 44134 h 86173"/>
              <a:gd name="connsiteX9" fmla="*/ 25057 w 71064"/>
              <a:gd name="connsiteY9" fmla="*/ 1874 h 86173"/>
              <a:gd name="connsiteX10" fmla="*/ 17108 w 71064"/>
              <a:gd name="connsiteY10" fmla="*/ 0 h 86173"/>
              <a:gd name="connsiteX0" fmla="*/ 17108 w 71064"/>
              <a:gd name="connsiteY0" fmla="*/ 0 h 86173"/>
              <a:gd name="connsiteX1" fmla="*/ 8798 w 71064"/>
              <a:gd name="connsiteY1" fmla="*/ 27428 h 86173"/>
              <a:gd name="connsiteX2" fmla="*/ 1869 w 71064"/>
              <a:gd name="connsiteY2" fmla="*/ 50348 h 86173"/>
              <a:gd name="connsiteX3" fmla="*/ 11781 w 71064"/>
              <a:gd name="connsiteY3" fmla="*/ 76346 h 86173"/>
              <a:gd name="connsiteX4" fmla="*/ 18852 w 71064"/>
              <a:gd name="connsiteY4" fmla="*/ 85987 h 86173"/>
              <a:gd name="connsiteX5" fmla="*/ 26186 w 71064"/>
              <a:gd name="connsiteY5" fmla="*/ 82951 h 86173"/>
              <a:gd name="connsiteX6" fmla="*/ 32302 w 71064"/>
              <a:gd name="connsiteY6" fmla="*/ 83740 h 86173"/>
              <a:gd name="connsiteX7" fmla="*/ 39225 w 71064"/>
              <a:gd name="connsiteY7" fmla="*/ 77558 h 86173"/>
              <a:gd name="connsiteX8" fmla="*/ 70362 w 71064"/>
              <a:gd name="connsiteY8" fmla="*/ 44134 h 86173"/>
              <a:gd name="connsiteX9" fmla="*/ 25057 w 71064"/>
              <a:gd name="connsiteY9" fmla="*/ 1874 h 86173"/>
              <a:gd name="connsiteX10" fmla="*/ 17108 w 71064"/>
              <a:gd name="connsiteY10" fmla="*/ 0 h 86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1064" h="86173" extrusionOk="0">
                <a:moveTo>
                  <a:pt x="17108" y="0"/>
                </a:moveTo>
                <a:cubicBezTo>
                  <a:pt x="7191" y="0"/>
                  <a:pt x="20120" y="22801"/>
                  <a:pt x="8798" y="27428"/>
                </a:cubicBezTo>
                <a:cubicBezTo>
                  <a:pt x="-4918" y="33034"/>
                  <a:pt x="1372" y="42195"/>
                  <a:pt x="1869" y="50348"/>
                </a:cubicBezTo>
                <a:cubicBezTo>
                  <a:pt x="2366" y="58501"/>
                  <a:pt x="2707" y="76346"/>
                  <a:pt x="11781" y="76346"/>
                </a:cubicBezTo>
                <a:cubicBezTo>
                  <a:pt x="13070" y="76346"/>
                  <a:pt x="16451" y="84886"/>
                  <a:pt x="18852" y="85987"/>
                </a:cubicBezTo>
                <a:cubicBezTo>
                  <a:pt x="21253" y="87088"/>
                  <a:pt x="24138" y="82951"/>
                  <a:pt x="26186" y="82951"/>
                </a:cubicBezTo>
                <a:cubicBezTo>
                  <a:pt x="28472" y="82951"/>
                  <a:pt x="30129" y="84639"/>
                  <a:pt x="32302" y="83740"/>
                </a:cubicBezTo>
                <a:cubicBezTo>
                  <a:pt x="34475" y="82841"/>
                  <a:pt x="36698" y="81206"/>
                  <a:pt x="39225" y="77558"/>
                </a:cubicBezTo>
                <a:cubicBezTo>
                  <a:pt x="62920" y="43354"/>
                  <a:pt x="70362" y="44134"/>
                  <a:pt x="70362" y="44134"/>
                </a:cubicBezTo>
                <a:cubicBezTo>
                  <a:pt x="76244" y="21496"/>
                  <a:pt x="43804" y="9396"/>
                  <a:pt x="25057" y="1874"/>
                </a:cubicBezTo>
                <a:cubicBezTo>
                  <a:pt x="21784" y="560"/>
                  <a:pt x="19206" y="0"/>
                  <a:pt x="17108" y="0"/>
                </a:cubicBezTo>
                <a:close/>
              </a:path>
            </a:pathLst>
          </a:custGeom>
          <a:solidFill>
            <a:srgbClr val="AC9078">
              <a:alpha val="72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1592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Google Shape;20;p3">
            <a:extLst>
              <a:ext uri="{FF2B5EF4-FFF2-40B4-BE49-F238E27FC236}">
                <a16:creationId xmlns:a16="http://schemas.microsoft.com/office/drawing/2014/main" id="{BD2B567A-3974-49D9-9365-ABA029B9EE22}"/>
              </a:ext>
            </a:extLst>
          </p:cNvPr>
          <p:cNvSpPr/>
          <p:nvPr userDrawn="1"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" fmla="*/ 31604 w 86049"/>
              <a:gd name="connsiteY0" fmla="*/ 13249 h 50221"/>
              <a:gd name="connsiteX1" fmla="*/ 43799 w 86049"/>
              <a:gd name="connsiteY1" fmla="*/ 73 h 50221"/>
              <a:gd name="connsiteX2" fmla="*/ 23250 w 86049"/>
              <a:gd name="connsiteY2" fmla="*/ 20518 h 50221"/>
              <a:gd name="connsiteX3" fmla="*/ 15443 w 86049"/>
              <a:gd name="connsiteY3" fmla="*/ 27223 h 50221"/>
              <a:gd name="connsiteX4" fmla="*/ 14517 w 86049"/>
              <a:gd name="connsiteY4" fmla="*/ 27188 h 50221"/>
              <a:gd name="connsiteX5" fmla="*/ 11428 w 86049"/>
              <a:gd name="connsiteY5" fmla="*/ 27071 h 50221"/>
              <a:gd name="connsiteX6" fmla="*/ 39 w 86049"/>
              <a:gd name="connsiteY6" fmla="*/ 30767 h 50221"/>
              <a:gd name="connsiteX7" fmla="*/ 10831 w 86049"/>
              <a:gd name="connsiteY7" fmla="*/ 42694 h 50221"/>
              <a:gd name="connsiteX8" fmla="*/ 30398 w 86049"/>
              <a:gd name="connsiteY8" fmla="*/ 50221 h 50221"/>
              <a:gd name="connsiteX9" fmla="*/ 34419 w 86049"/>
              <a:gd name="connsiteY9" fmla="*/ 49582 h 50221"/>
              <a:gd name="connsiteX10" fmla="*/ 85987 w 86049"/>
              <a:gd name="connsiteY10" fmla="*/ 34778 h 50221"/>
              <a:gd name="connsiteX11" fmla="*/ 58717 w 86049"/>
              <a:gd name="connsiteY11" fmla="*/ 14646 h 50221"/>
              <a:gd name="connsiteX12" fmla="*/ 31604 w 86049"/>
              <a:gd name="connsiteY12" fmla="*/ 13249 h 50221"/>
              <a:gd name="connsiteX0" fmla="*/ 31604 w 86049"/>
              <a:gd name="connsiteY0" fmla="*/ 663 h 37635"/>
              <a:gd name="connsiteX1" fmla="*/ 28313 w 86049"/>
              <a:gd name="connsiteY1" fmla="*/ 5107 h 37635"/>
              <a:gd name="connsiteX2" fmla="*/ 23250 w 86049"/>
              <a:gd name="connsiteY2" fmla="*/ 7932 h 37635"/>
              <a:gd name="connsiteX3" fmla="*/ 15443 w 86049"/>
              <a:gd name="connsiteY3" fmla="*/ 14637 h 37635"/>
              <a:gd name="connsiteX4" fmla="*/ 14517 w 86049"/>
              <a:gd name="connsiteY4" fmla="*/ 14602 h 37635"/>
              <a:gd name="connsiteX5" fmla="*/ 11428 w 86049"/>
              <a:gd name="connsiteY5" fmla="*/ 14485 h 37635"/>
              <a:gd name="connsiteX6" fmla="*/ 39 w 86049"/>
              <a:gd name="connsiteY6" fmla="*/ 18181 h 37635"/>
              <a:gd name="connsiteX7" fmla="*/ 10831 w 86049"/>
              <a:gd name="connsiteY7" fmla="*/ 30108 h 37635"/>
              <a:gd name="connsiteX8" fmla="*/ 30398 w 86049"/>
              <a:gd name="connsiteY8" fmla="*/ 37635 h 37635"/>
              <a:gd name="connsiteX9" fmla="*/ 34419 w 86049"/>
              <a:gd name="connsiteY9" fmla="*/ 36996 h 37635"/>
              <a:gd name="connsiteX10" fmla="*/ 85987 w 86049"/>
              <a:gd name="connsiteY10" fmla="*/ 22192 h 37635"/>
              <a:gd name="connsiteX11" fmla="*/ 58717 w 86049"/>
              <a:gd name="connsiteY11" fmla="*/ 2060 h 37635"/>
              <a:gd name="connsiteX12" fmla="*/ 31604 w 86049"/>
              <a:gd name="connsiteY12" fmla="*/ 663 h 37635"/>
              <a:gd name="connsiteX0" fmla="*/ 31604 w 77695"/>
              <a:gd name="connsiteY0" fmla="*/ 1620 h 44988"/>
              <a:gd name="connsiteX1" fmla="*/ 28313 w 77695"/>
              <a:gd name="connsiteY1" fmla="*/ 6064 h 44988"/>
              <a:gd name="connsiteX2" fmla="*/ 23250 w 77695"/>
              <a:gd name="connsiteY2" fmla="*/ 8889 h 44988"/>
              <a:gd name="connsiteX3" fmla="*/ 15443 w 77695"/>
              <a:gd name="connsiteY3" fmla="*/ 15594 h 44988"/>
              <a:gd name="connsiteX4" fmla="*/ 14517 w 77695"/>
              <a:gd name="connsiteY4" fmla="*/ 15559 h 44988"/>
              <a:gd name="connsiteX5" fmla="*/ 11428 w 77695"/>
              <a:gd name="connsiteY5" fmla="*/ 15442 h 44988"/>
              <a:gd name="connsiteX6" fmla="*/ 39 w 77695"/>
              <a:gd name="connsiteY6" fmla="*/ 19138 h 44988"/>
              <a:gd name="connsiteX7" fmla="*/ 10831 w 77695"/>
              <a:gd name="connsiteY7" fmla="*/ 31065 h 44988"/>
              <a:gd name="connsiteX8" fmla="*/ 30398 w 77695"/>
              <a:gd name="connsiteY8" fmla="*/ 38592 h 44988"/>
              <a:gd name="connsiteX9" fmla="*/ 34419 w 77695"/>
              <a:gd name="connsiteY9" fmla="*/ 37953 h 44988"/>
              <a:gd name="connsiteX10" fmla="*/ 77601 w 77695"/>
              <a:gd name="connsiteY10" fmla="*/ 36699 h 44988"/>
              <a:gd name="connsiteX11" fmla="*/ 58717 w 77695"/>
              <a:gd name="connsiteY11" fmla="*/ 3017 h 44988"/>
              <a:gd name="connsiteX12" fmla="*/ 31604 w 77695"/>
              <a:gd name="connsiteY12" fmla="*/ 1620 h 44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922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54238" y="1825625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1B639A41-DCFC-4CBD-95A9-00918D1E0C5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354237" y="2515712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2E6A01D8-B25F-4969-9EEE-02D40393738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339448" y="3400900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EB1E053F-9E78-4E0C-A2B0-31B557FA902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339447" y="4090987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7B877FE1-D2EF-4E9F-AC08-DACA8D5147E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331088" y="4916011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78790F4C-C0C7-494A-ACE0-B312EAD20E82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331087" y="5606098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8" name="Google Shape;20;p3">
            <a:extLst>
              <a:ext uri="{FF2B5EF4-FFF2-40B4-BE49-F238E27FC236}">
                <a16:creationId xmlns:a16="http://schemas.microsoft.com/office/drawing/2014/main" id="{3661A48C-0581-4A50-81C7-B3B86E720CED}"/>
              </a:ext>
            </a:extLst>
          </p:cNvPr>
          <p:cNvSpPr/>
          <p:nvPr userDrawn="1"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" fmla="*/ 31604 w 86049"/>
              <a:gd name="connsiteY0" fmla="*/ 13249 h 50221"/>
              <a:gd name="connsiteX1" fmla="*/ 43799 w 86049"/>
              <a:gd name="connsiteY1" fmla="*/ 73 h 50221"/>
              <a:gd name="connsiteX2" fmla="*/ 23250 w 86049"/>
              <a:gd name="connsiteY2" fmla="*/ 20518 h 50221"/>
              <a:gd name="connsiteX3" fmla="*/ 15443 w 86049"/>
              <a:gd name="connsiteY3" fmla="*/ 27223 h 50221"/>
              <a:gd name="connsiteX4" fmla="*/ 14517 w 86049"/>
              <a:gd name="connsiteY4" fmla="*/ 27188 h 50221"/>
              <a:gd name="connsiteX5" fmla="*/ 11428 w 86049"/>
              <a:gd name="connsiteY5" fmla="*/ 27071 h 50221"/>
              <a:gd name="connsiteX6" fmla="*/ 39 w 86049"/>
              <a:gd name="connsiteY6" fmla="*/ 30767 h 50221"/>
              <a:gd name="connsiteX7" fmla="*/ 10831 w 86049"/>
              <a:gd name="connsiteY7" fmla="*/ 42694 h 50221"/>
              <a:gd name="connsiteX8" fmla="*/ 30398 w 86049"/>
              <a:gd name="connsiteY8" fmla="*/ 50221 h 50221"/>
              <a:gd name="connsiteX9" fmla="*/ 34419 w 86049"/>
              <a:gd name="connsiteY9" fmla="*/ 49582 h 50221"/>
              <a:gd name="connsiteX10" fmla="*/ 85987 w 86049"/>
              <a:gd name="connsiteY10" fmla="*/ 34778 h 50221"/>
              <a:gd name="connsiteX11" fmla="*/ 58717 w 86049"/>
              <a:gd name="connsiteY11" fmla="*/ 14646 h 50221"/>
              <a:gd name="connsiteX12" fmla="*/ 31604 w 86049"/>
              <a:gd name="connsiteY12" fmla="*/ 13249 h 50221"/>
              <a:gd name="connsiteX0" fmla="*/ 31604 w 86049"/>
              <a:gd name="connsiteY0" fmla="*/ 663 h 37635"/>
              <a:gd name="connsiteX1" fmla="*/ 28313 w 86049"/>
              <a:gd name="connsiteY1" fmla="*/ 5107 h 37635"/>
              <a:gd name="connsiteX2" fmla="*/ 23250 w 86049"/>
              <a:gd name="connsiteY2" fmla="*/ 7932 h 37635"/>
              <a:gd name="connsiteX3" fmla="*/ 15443 w 86049"/>
              <a:gd name="connsiteY3" fmla="*/ 14637 h 37635"/>
              <a:gd name="connsiteX4" fmla="*/ 14517 w 86049"/>
              <a:gd name="connsiteY4" fmla="*/ 14602 h 37635"/>
              <a:gd name="connsiteX5" fmla="*/ 11428 w 86049"/>
              <a:gd name="connsiteY5" fmla="*/ 14485 h 37635"/>
              <a:gd name="connsiteX6" fmla="*/ 39 w 86049"/>
              <a:gd name="connsiteY6" fmla="*/ 18181 h 37635"/>
              <a:gd name="connsiteX7" fmla="*/ 10831 w 86049"/>
              <a:gd name="connsiteY7" fmla="*/ 30108 h 37635"/>
              <a:gd name="connsiteX8" fmla="*/ 30398 w 86049"/>
              <a:gd name="connsiteY8" fmla="*/ 37635 h 37635"/>
              <a:gd name="connsiteX9" fmla="*/ 34419 w 86049"/>
              <a:gd name="connsiteY9" fmla="*/ 36996 h 37635"/>
              <a:gd name="connsiteX10" fmla="*/ 85987 w 86049"/>
              <a:gd name="connsiteY10" fmla="*/ 22192 h 37635"/>
              <a:gd name="connsiteX11" fmla="*/ 58717 w 86049"/>
              <a:gd name="connsiteY11" fmla="*/ 2060 h 37635"/>
              <a:gd name="connsiteX12" fmla="*/ 31604 w 86049"/>
              <a:gd name="connsiteY12" fmla="*/ 663 h 37635"/>
              <a:gd name="connsiteX0" fmla="*/ 31604 w 77695"/>
              <a:gd name="connsiteY0" fmla="*/ 1620 h 44988"/>
              <a:gd name="connsiteX1" fmla="*/ 28313 w 77695"/>
              <a:gd name="connsiteY1" fmla="*/ 6064 h 44988"/>
              <a:gd name="connsiteX2" fmla="*/ 23250 w 77695"/>
              <a:gd name="connsiteY2" fmla="*/ 8889 h 44988"/>
              <a:gd name="connsiteX3" fmla="*/ 15443 w 77695"/>
              <a:gd name="connsiteY3" fmla="*/ 15594 h 44988"/>
              <a:gd name="connsiteX4" fmla="*/ 14517 w 77695"/>
              <a:gd name="connsiteY4" fmla="*/ 15559 h 44988"/>
              <a:gd name="connsiteX5" fmla="*/ 11428 w 77695"/>
              <a:gd name="connsiteY5" fmla="*/ 15442 h 44988"/>
              <a:gd name="connsiteX6" fmla="*/ 39 w 77695"/>
              <a:gd name="connsiteY6" fmla="*/ 19138 h 44988"/>
              <a:gd name="connsiteX7" fmla="*/ 10831 w 77695"/>
              <a:gd name="connsiteY7" fmla="*/ 31065 h 44988"/>
              <a:gd name="connsiteX8" fmla="*/ 30398 w 77695"/>
              <a:gd name="connsiteY8" fmla="*/ 38592 h 44988"/>
              <a:gd name="connsiteX9" fmla="*/ 34419 w 77695"/>
              <a:gd name="connsiteY9" fmla="*/ 37953 h 44988"/>
              <a:gd name="connsiteX10" fmla="*/ 77601 w 77695"/>
              <a:gd name="connsiteY10" fmla="*/ 36699 h 44988"/>
              <a:gd name="connsiteX11" fmla="*/ 58717 w 77695"/>
              <a:gd name="connsiteY11" fmla="*/ 3017 h 44988"/>
              <a:gd name="connsiteX12" fmla="*/ 31604 w 77695"/>
              <a:gd name="connsiteY12" fmla="*/ 1620 h 44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0" name="Google Shape;28;p3">
            <a:extLst>
              <a:ext uri="{FF2B5EF4-FFF2-40B4-BE49-F238E27FC236}">
                <a16:creationId xmlns:a16="http://schemas.microsoft.com/office/drawing/2014/main" id="{9B4CC580-A6B9-4823-A8D5-A4110779391A}"/>
              </a:ext>
            </a:extLst>
          </p:cNvPr>
          <p:cNvSpPr/>
          <p:nvPr userDrawn="1"/>
        </p:nvSpPr>
        <p:spPr>
          <a:xfrm>
            <a:off x="548048" y="1925876"/>
            <a:ext cx="672117" cy="512980"/>
          </a:xfrm>
          <a:custGeom>
            <a:avLst/>
            <a:gdLst>
              <a:gd name="connsiteX0" fmla="*/ 23944 w 36088"/>
              <a:gd name="connsiteY0" fmla="*/ 0 h 29796"/>
              <a:gd name="connsiteX1" fmla="*/ 1490 w 36088"/>
              <a:gd name="connsiteY1" fmla="*/ 6817 h 29796"/>
              <a:gd name="connsiteX2" fmla="*/ 5114 w 36088"/>
              <a:gd name="connsiteY2" fmla="*/ 25300 h 29796"/>
              <a:gd name="connsiteX3" fmla="*/ 8553 w 36088"/>
              <a:gd name="connsiteY3" fmla="*/ 29631 h 29796"/>
              <a:gd name="connsiteX4" fmla="*/ 35590 w 36088"/>
              <a:gd name="connsiteY4" fmla="*/ 18845 h 29796"/>
              <a:gd name="connsiteX5" fmla="*/ 26005 w 36088"/>
              <a:gd name="connsiteY5" fmla="*/ 248 h 29796"/>
              <a:gd name="connsiteX6" fmla="*/ 23944 w 36088"/>
              <a:gd name="connsiteY6" fmla="*/ 0 h 29796"/>
              <a:gd name="connsiteX0" fmla="*/ 23543 w 35687"/>
              <a:gd name="connsiteY0" fmla="*/ 0 h 27237"/>
              <a:gd name="connsiteX1" fmla="*/ 1089 w 35687"/>
              <a:gd name="connsiteY1" fmla="*/ 6817 h 27237"/>
              <a:gd name="connsiteX2" fmla="*/ 4713 w 35687"/>
              <a:gd name="connsiteY2" fmla="*/ 25300 h 27237"/>
              <a:gd name="connsiteX3" fmla="*/ 15182 w 35687"/>
              <a:gd name="connsiteY3" fmla="*/ 25949 h 27237"/>
              <a:gd name="connsiteX4" fmla="*/ 35189 w 35687"/>
              <a:gd name="connsiteY4" fmla="*/ 18845 h 27237"/>
              <a:gd name="connsiteX5" fmla="*/ 25604 w 35687"/>
              <a:gd name="connsiteY5" fmla="*/ 248 h 27237"/>
              <a:gd name="connsiteX6" fmla="*/ 23543 w 35687"/>
              <a:gd name="connsiteY6" fmla="*/ 0 h 27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87" h="27237" extrusionOk="0">
                <a:moveTo>
                  <a:pt x="23543" y="0"/>
                </a:moveTo>
                <a:cubicBezTo>
                  <a:pt x="16287" y="0"/>
                  <a:pt x="4227" y="2600"/>
                  <a:pt x="1089" y="6817"/>
                </a:cubicBezTo>
                <a:cubicBezTo>
                  <a:pt x="-2049" y="11034"/>
                  <a:pt x="2364" y="22111"/>
                  <a:pt x="4713" y="25300"/>
                </a:cubicBezTo>
                <a:cubicBezTo>
                  <a:pt x="7062" y="28489"/>
                  <a:pt x="10103" y="27025"/>
                  <a:pt x="15182" y="25949"/>
                </a:cubicBezTo>
                <a:cubicBezTo>
                  <a:pt x="20261" y="24873"/>
                  <a:pt x="33306" y="21287"/>
                  <a:pt x="35189" y="18845"/>
                </a:cubicBezTo>
                <a:cubicBezTo>
                  <a:pt x="37479" y="15871"/>
                  <a:pt x="31460" y="1992"/>
                  <a:pt x="25604" y="248"/>
                </a:cubicBezTo>
                <a:cubicBezTo>
                  <a:pt x="25029" y="77"/>
                  <a:pt x="24332" y="0"/>
                  <a:pt x="23543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1" name="Google Shape;28;p3">
            <a:extLst>
              <a:ext uri="{FF2B5EF4-FFF2-40B4-BE49-F238E27FC236}">
                <a16:creationId xmlns:a16="http://schemas.microsoft.com/office/drawing/2014/main" id="{A07208E9-A35F-4C3D-B0A4-99ABB5104050}"/>
              </a:ext>
            </a:extLst>
          </p:cNvPr>
          <p:cNvSpPr/>
          <p:nvPr userDrawn="1"/>
        </p:nvSpPr>
        <p:spPr>
          <a:xfrm>
            <a:off x="548048" y="3443495"/>
            <a:ext cx="672117" cy="512980"/>
          </a:xfrm>
          <a:custGeom>
            <a:avLst/>
            <a:gdLst>
              <a:gd name="connsiteX0" fmla="*/ 23944 w 36088"/>
              <a:gd name="connsiteY0" fmla="*/ 0 h 29796"/>
              <a:gd name="connsiteX1" fmla="*/ 1490 w 36088"/>
              <a:gd name="connsiteY1" fmla="*/ 6817 h 29796"/>
              <a:gd name="connsiteX2" fmla="*/ 5114 w 36088"/>
              <a:gd name="connsiteY2" fmla="*/ 25300 h 29796"/>
              <a:gd name="connsiteX3" fmla="*/ 8553 w 36088"/>
              <a:gd name="connsiteY3" fmla="*/ 29631 h 29796"/>
              <a:gd name="connsiteX4" fmla="*/ 35590 w 36088"/>
              <a:gd name="connsiteY4" fmla="*/ 18845 h 29796"/>
              <a:gd name="connsiteX5" fmla="*/ 26005 w 36088"/>
              <a:gd name="connsiteY5" fmla="*/ 248 h 29796"/>
              <a:gd name="connsiteX6" fmla="*/ 23944 w 36088"/>
              <a:gd name="connsiteY6" fmla="*/ 0 h 29796"/>
              <a:gd name="connsiteX0" fmla="*/ 23543 w 35687"/>
              <a:gd name="connsiteY0" fmla="*/ 0 h 27237"/>
              <a:gd name="connsiteX1" fmla="*/ 1089 w 35687"/>
              <a:gd name="connsiteY1" fmla="*/ 6817 h 27237"/>
              <a:gd name="connsiteX2" fmla="*/ 4713 w 35687"/>
              <a:gd name="connsiteY2" fmla="*/ 25300 h 27237"/>
              <a:gd name="connsiteX3" fmla="*/ 15182 w 35687"/>
              <a:gd name="connsiteY3" fmla="*/ 25949 h 27237"/>
              <a:gd name="connsiteX4" fmla="*/ 35189 w 35687"/>
              <a:gd name="connsiteY4" fmla="*/ 18845 h 27237"/>
              <a:gd name="connsiteX5" fmla="*/ 25604 w 35687"/>
              <a:gd name="connsiteY5" fmla="*/ 248 h 27237"/>
              <a:gd name="connsiteX6" fmla="*/ 23543 w 35687"/>
              <a:gd name="connsiteY6" fmla="*/ 0 h 27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87" h="27237" extrusionOk="0">
                <a:moveTo>
                  <a:pt x="23543" y="0"/>
                </a:moveTo>
                <a:cubicBezTo>
                  <a:pt x="16287" y="0"/>
                  <a:pt x="4227" y="2600"/>
                  <a:pt x="1089" y="6817"/>
                </a:cubicBezTo>
                <a:cubicBezTo>
                  <a:pt x="-2049" y="11034"/>
                  <a:pt x="2364" y="22111"/>
                  <a:pt x="4713" y="25300"/>
                </a:cubicBezTo>
                <a:cubicBezTo>
                  <a:pt x="7062" y="28489"/>
                  <a:pt x="10103" y="27025"/>
                  <a:pt x="15182" y="25949"/>
                </a:cubicBezTo>
                <a:cubicBezTo>
                  <a:pt x="20261" y="24873"/>
                  <a:pt x="33306" y="21287"/>
                  <a:pt x="35189" y="18845"/>
                </a:cubicBezTo>
                <a:cubicBezTo>
                  <a:pt x="37479" y="15871"/>
                  <a:pt x="31460" y="1992"/>
                  <a:pt x="25604" y="248"/>
                </a:cubicBezTo>
                <a:cubicBezTo>
                  <a:pt x="25029" y="77"/>
                  <a:pt x="24332" y="0"/>
                  <a:pt x="23543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2" name="Google Shape;28;p3">
            <a:extLst>
              <a:ext uri="{FF2B5EF4-FFF2-40B4-BE49-F238E27FC236}">
                <a16:creationId xmlns:a16="http://schemas.microsoft.com/office/drawing/2014/main" id="{9F9DA8D6-05BC-44F6-9B48-DF2A96D2D5A4}"/>
              </a:ext>
            </a:extLst>
          </p:cNvPr>
          <p:cNvSpPr/>
          <p:nvPr userDrawn="1"/>
        </p:nvSpPr>
        <p:spPr>
          <a:xfrm>
            <a:off x="548048" y="4961570"/>
            <a:ext cx="672117" cy="512980"/>
          </a:xfrm>
          <a:custGeom>
            <a:avLst/>
            <a:gdLst>
              <a:gd name="connsiteX0" fmla="*/ 23944 w 36088"/>
              <a:gd name="connsiteY0" fmla="*/ 0 h 29796"/>
              <a:gd name="connsiteX1" fmla="*/ 1490 w 36088"/>
              <a:gd name="connsiteY1" fmla="*/ 6817 h 29796"/>
              <a:gd name="connsiteX2" fmla="*/ 5114 w 36088"/>
              <a:gd name="connsiteY2" fmla="*/ 25300 h 29796"/>
              <a:gd name="connsiteX3" fmla="*/ 8553 w 36088"/>
              <a:gd name="connsiteY3" fmla="*/ 29631 h 29796"/>
              <a:gd name="connsiteX4" fmla="*/ 35590 w 36088"/>
              <a:gd name="connsiteY4" fmla="*/ 18845 h 29796"/>
              <a:gd name="connsiteX5" fmla="*/ 26005 w 36088"/>
              <a:gd name="connsiteY5" fmla="*/ 248 h 29796"/>
              <a:gd name="connsiteX6" fmla="*/ 23944 w 36088"/>
              <a:gd name="connsiteY6" fmla="*/ 0 h 29796"/>
              <a:gd name="connsiteX0" fmla="*/ 23543 w 35687"/>
              <a:gd name="connsiteY0" fmla="*/ 0 h 27237"/>
              <a:gd name="connsiteX1" fmla="*/ 1089 w 35687"/>
              <a:gd name="connsiteY1" fmla="*/ 6817 h 27237"/>
              <a:gd name="connsiteX2" fmla="*/ 4713 w 35687"/>
              <a:gd name="connsiteY2" fmla="*/ 25300 h 27237"/>
              <a:gd name="connsiteX3" fmla="*/ 15182 w 35687"/>
              <a:gd name="connsiteY3" fmla="*/ 25949 h 27237"/>
              <a:gd name="connsiteX4" fmla="*/ 35189 w 35687"/>
              <a:gd name="connsiteY4" fmla="*/ 18845 h 27237"/>
              <a:gd name="connsiteX5" fmla="*/ 25604 w 35687"/>
              <a:gd name="connsiteY5" fmla="*/ 248 h 27237"/>
              <a:gd name="connsiteX6" fmla="*/ 23543 w 35687"/>
              <a:gd name="connsiteY6" fmla="*/ 0 h 27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87" h="27237" extrusionOk="0">
                <a:moveTo>
                  <a:pt x="23543" y="0"/>
                </a:moveTo>
                <a:cubicBezTo>
                  <a:pt x="16287" y="0"/>
                  <a:pt x="4227" y="2600"/>
                  <a:pt x="1089" y="6817"/>
                </a:cubicBezTo>
                <a:cubicBezTo>
                  <a:pt x="-2049" y="11034"/>
                  <a:pt x="2364" y="22111"/>
                  <a:pt x="4713" y="25300"/>
                </a:cubicBezTo>
                <a:cubicBezTo>
                  <a:pt x="7062" y="28489"/>
                  <a:pt x="10103" y="27025"/>
                  <a:pt x="15182" y="25949"/>
                </a:cubicBezTo>
                <a:cubicBezTo>
                  <a:pt x="20261" y="24873"/>
                  <a:pt x="33306" y="21287"/>
                  <a:pt x="35189" y="18845"/>
                </a:cubicBezTo>
                <a:cubicBezTo>
                  <a:pt x="37479" y="15871"/>
                  <a:pt x="31460" y="1992"/>
                  <a:pt x="25604" y="248"/>
                </a:cubicBezTo>
                <a:cubicBezTo>
                  <a:pt x="25029" y="77"/>
                  <a:pt x="24332" y="0"/>
                  <a:pt x="23543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0492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Google Shape;20;p3">
            <a:extLst>
              <a:ext uri="{FF2B5EF4-FFF2-40B4-BE49-F238E27FC236}">
                <a16:creationId xmlns:a16="http://schemas.microsoft.com/office/drawing/2014/main" id="{AD30BB36-1D6F-482F-B8DE-C6992517755C}"/>
              </a:ext>
            </a:extLst>
          </p:cNvPr>
          <p:cNvSpPr/>
          <p:nvPr userDrawn="1"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" fmla="*/ 31604 w 86049"/>
              <a:gd name="connsiteY0" fmla="*/ 13249 h 50221"/>
              <a:gd name="connsiteX1" fmla="*/ 43799 w 86049"/>
              <a:gd name="connsiteY1" fmla="*/ 73 h 50221"/>
              <a:gd name="connsiteX2" fmla="*/ 23250 w 86049"/>
              <a:gd name="connsiteY2" fmla="*/ 20518 h 50221"/>
              <a:gd name="connsiteX3" fmla="*/ 15443 w 86049"/>
              <a:gd name="connsiteY3" fmla="*/ 27223 h 50221"/>
              <a:gd name="connsiteX4" fmla="*/ 14517 w 86049"/>
              <a:gd name="connsiteY4" fmla="*/ 27188 h 50221"/>
              <a:gd name="connsiteX5" fmla="*/ 11428 w 86049"/>
              <a:gd name="connsiteY5" fmla="*/ 27071 h 50221"/>
              <a:gd name="connsiteX6" fmla="*/ 39 w 86049"/>
              <a:gd name="connsiteY6" fmla="*/ 30767 h 50221"/>
              <a:gd name="connsiteX7" fmla="*/ 10831 w 86049"/>
              <a:gd name="connsiteY7" fmla="*/ 42694 h 50221"/>
              <a:gd name="connsiteX8" fmla="*/ 30398 w 86049"/>
              <a:gd name="connsiteY8" fmla="*/ 50221 h 50221"/>
              <a:gd name="connsiteX9" fmla="*/ 34419 w 86049"/>
              <a:gd name="connsiteY9" fmla="*/ 49582 h 50221"/>
              <a:gd name="connsiteX10" fmla="*/ 85987 w 86049"/>
              <a:gd name="connsiteY10" fmla="*/ 34778 h 50221"/>
              <a:gd name="connsiteX11" fmla="*/ 58717 w 86049"/>
              <a:gd name="connsiteY11" fmla="*/ 14646 h 50221"/>
              <a:gd name="connsiteX12" fmla="*/ 31604 w 86049"/>
              <a:gd name="connsiteY12" fmla="*/ 13249 h 50221"/>
              <a:gd name="connsiteX0" fmla="*/ 31604 w 86049"/>
              <a:gd name="connsiteY0" fmla="*/ 663 h 37635"/>
              <a:gd name="connsiteX1" fmla="*/ 28313 w 86049"/>
              <a:gd name="connsiteY1" fmla="*/ 5107 h 37635"/>
              <a:gd name="connsiteX2" fmla="*/ 23250 w 86049"/>
              <a:gd name="connsiteY2" fmla="*/ 7932 h 37635"/>
              <a:gd name="connsiteX3" fmla="*/ 15443 w 86049"/>
              <a:gd name="connsiteY3" fmla="*/ 14637 h 37635"/>
              <a:gd name="connsiteX4" fmla="*/ 14517 w 86049"/>
              <a:gd name="connsiteY4" fmla="*/ 14602 h 37635"/>
              <a:gd name="connsiteX5" fmla="*/ 11428 w 86049"/>
              <a:gd name="connsiteY5" fmla="*/ 14485 h 37635"/>
              <a:gd name="connsiteX6" fmla="*/ 39 w 86049"/>
              <a:gd name="connsiteY6" fmla="*/ 18181 h 37635"/>
              <a:gd name="connsiteX7" fmla="*/ 10831 w 86049"/>
              <a:gd name="connsiteY7" fmla="*/ 30108 h 37635"/>
              <a:gd name="connsiteX8" fmla="*/ 30398 w 86049"/>
              <a:gd name="connsiteY8" fmla="*/ 37635 h 37635"/>
              <a:gd name="connsiteX9" fmla="*/ 34419 w 86049"/>
              <a:gd name="connsiteY9" fmla="*/ 36996 h 37635"/>
              <a:gd name="connsiteX10" fmla="*/ 85987 w 86049"/>
              <a:gd name="connsiteY10" fmla="*/ 22192 h 37635"/>
              <a:gd name="connsiteX11" fmla="*/ 58717 w 86049"/>
              <a:gd name="connsiteY11" fmla="*/ 2060 h 37635"/>
              <a:gd name="connsiteX12" fmla="*/ 31604 w 86049"/>
              <a:gd name="connsiteY12" fmla="*/ 663 h 37635"/>
              <a:gd name="connsiteX0" fmla="*/ 31604 w 77695"/>
              <a:gd name="connsiteY0" fmla="*/ 1620 h 44988"/>
              <a:gd name="connsiteX1" fmla="*/ 28313 w 77695"/>
              <a:gd name="connsiteY1" fmla="*/ 6064 h 44988"/>
              <a:gd name="connsiteX2" fmla="*/ 23250 w 77695"/>
              <a:gd name="connsiteY2" fmla="*/ 8889 h 44988"/>
              <a:gd name="connsiteX3" fmla="*/ 15443 w 77695"/>
              <a:gd name="connsiteY3" fmla="*/ 15594 h 44988"/>
              <a:gd name="connsiteX4" fmla="*/ 14517 w 77695"/>
              <a:gd name="connsiteY4" fmla="*/ 15559 h 44988"/>
              <a:gd name="connsiteX5" fmla="*/ 11428 w 77695"/>
              <a:gd name="connsiteY5" fmla="*/ 15442 h 44988"/>
              <a:gd name="connsiteX6" fmla="*/ 39 w 77695"/>
              <a:gd name="connsiteY6" fmla="*/ 19138 h 44988"/>
              <a:gd name="connsiteX7" fmla="*/ 10831 w 77695"/>
              <a:gd name="connsiteY7" fmla="*/ 31065 h 44988"/>
              <a:gd name="connsiteX8" fmla="*/ 30398 w 77695"/>
              <a:gd name="connsiteY8" fmla="*/ 38592 h 44988"/>
              <a:gd name="connsiteX9" fmla="*/ 34419 w 77695"/>
              <a:gd name="connsiteY9" fmla="*/ 37953 h 44988"/>
              <a:gd name="connsiteX10" fmla="*/ 77601 w 77695"/>
              <a:gd name="connsiteY10" fmla="*/ 36699 h 44988"/>
              <a:gd name="connsiteX11" fmla="*/ 58717 w 77695"/>
              <a:gd name="connsiteY11" fmla="*/ 3017 h 44988"/>
              <a:gd name="connsiteX12" fmla="*/ 31604 w 77695"/>
              <a:gd name="connsiteY12" fmla="*/ 1620 h 44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503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FC2F1-B382-4B54-9A9F-910235201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08882E1-F531-4863-8725-4DFFB1D93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542041-3F17-4A54-9CFD-5CC89C888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3D8362-ABA0-448B-9472-8CE304126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12121C-8D9C-473B-9CAA-041E14CE3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250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FD5AC9-D947-4E91-8E54-564E619CC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BC3E08-A33C-41B0-9FF8-A48D661D32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A563770-7BF6-4230-8BC5-AB14818DC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4B284D-4A4E-43FE-BC90-E29166BB4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D419C2-0DDE-45ED-A6BB-A7CF0C6F9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8D6DE2-C0F1-4631-8D1B-61DD10E73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701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5F1CD0-71F9-4ED3-890F-20F3C6211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FEAC71-3741-4F27-877E-AC8E2B1CC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20C1B9D-7DA5-4D32-81AA-D58CAF37C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445751E-43C2-4B2E-91C9-868F84D3E4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06CFF53-F322-41AA-9E85-224959B71B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24C7FE-288B-4A4F-A747-871045CD4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53F8A51-9E24-4CD8-9A95-89D90C669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629EE09-F27C-4D57-8664-E5E7CB804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929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EF0AC8-9D6A-48CD-9E4D-7A12D1C84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73AF8AA-A3DF-45CE-90B8-A257BB2E7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DF56705-7C94-4DCD-BF06-8BF6906E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CF7DF18-617E-48F0-9074-B7506BDF8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96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499FCD3-56A4-4284-81DF-E3E50BDCE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6047691-5406-41FC-B8DB-B022027BF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7AEBC5-6561-4B36-B570-38605695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35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0F69B2-4FAE-42A4-BBC5-8BF096DE8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CD1947-0CD2-42BD-BFD1-5C4416618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0CDABD2-BF7A-4C8F-8B16-EA52A5F14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72B473-E977-441B-A8EB-3301D765A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7E1CEE-3915-4259-A6A7-D1B01B396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EEB3D31-7ACD-4C98-9D8E-2BDDE7B0A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3233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405F6B-C902-4B3E-9912-C6E442B65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7BC53AF-8425-4939-91AE-F683272D0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A02FBB3-E12C-46E0-9C0A-AECE9178D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AFC505-F1A6-46C8-AAC8-934BC95DC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0E9474-4172-432C-832B-FEC719D77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F9343C-F37B-47D0-875B-2AF377328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9473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A3A611-4217-496F-A970-40D336B59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A99D7E-740A-449C-B04F-6390E5DB2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607AD3-B579-44BB-B354-6F0449D5A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BF37B6-1BF7-43A4-81B9-1EFFAFF2C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56BAB7-98C3-43DF-A563-53F5C2CD6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774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57C772B-141C-4727-B105-B525D7504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3AF9FFA-49AD-4472-B85D-6ACC9C4B2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AE0885-5569-4FF3-8865-96B5AEB0C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21D7BD-2437-400A-B0D7-8AFEDE158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05A581-BC3B-448C-8E3E-BD317415A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40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8E9284-BDA4-45F8-A54F-94F6151AA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42D6D37-E80C-4087-8866-D624C739E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A1800B-2E1A-4303-9892-AB08F80EA6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BC04A6-2998-40EB-BF13-94B54C7ADB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CE2691-9DFE-40D1-8BB1-8DFF491DA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6"/>
            <a:extLst>
              <a:ext uri="{FF2B5EF4-FFF2-40B4-BE49-F238E27FC236}">
                <a16:creationId xmlns:a16="http://schemas.microsoft.com/office/drawing/2014/main" id="{1847D26E-390E-4229-B0D7-62066CD41BE0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42808" y="-639945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161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0" r:id="rId4"/>
    <p:sldLayoutId id="2147483661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reloadedie/Go-Transition-K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714C99-7919-492A-902F-F998BFE749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tx1"/>
                </a:solidFill>
              </a:rPr>
              <a:t>GoTransition Kit: Быстрая миграция программных модулей на Golang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E4573D8-B18B-4351-8D21-9BF0CE49F9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7472" y="4275646"/>
            <a:ext cx="3877056" cy="1655762"/>
          </a:xfrm>
        </p:spPr>
        <p:txBody>
          <a:bodyPr/>
          <a:lstStyle/>
          <a:p>
            <a:endParaRPr lang="ru-RU" dirty="0"/>
          </a:p>
          <a:p>
            <a:r>
              <a:rPr lang="ru-RU" dirty="0">
                <a:solidFill>
                  <a:schemeClr val="tx1"/>
                </a:solidFill>
              </a:rPr>
              <a:t>Кротов БПИ 23-1</a:t>
            </a:r>
          </a:p>
          <a:p>
            <a:r>
              <a:rPr lang="ru-RU" dirty="0">
                <a:solidFill>
                  <a:schemeClr val="tx1"/>
                </a:solidFill>
              </a:rPr>
              <a:t>Филюк БПИ 23-1</a:t>
            </a:r>
          </a:p>
          <a:p>
            <a:endParaRPr lang="en-US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4119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GoTransition Kit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Комплект методических материалов для высокоскоростной и безопасной миграции легаси-кода</a:t>
            </a:r>
            <a:b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Что внутри:</a:t>
            </a:r>
          </a:p>
          <a:p>
            <a:r>
              <a:rPr lang="ru-RU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✦ Готовые стратегии ✦ Шаблоны кода ✦ Чек-листы ✦ Best Practices</a:t>
            </a:r>
          </a:p>
        </p:txBody>
      </p:sp>
    </p:spTree>
    <p:extLst>
      <p:ext uri="{BB962C8B-B14F-4D97-AF65-F5344CB8AC3E}">
        <p14:creationId xmlns:p14="http://schemas.microsoft.com/office/powerpoint/2010/main" val="841651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37711"/>
            <a:ext cx="10515600" cy="1005873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Executive summary (</a:t>
            </a:r>
            <a:r>
              <a:rPr lang="ru-RU" b="1" dirty="0">
                <a:solidFill>
                  <a:schemeClr val="tx1"/>
                </a:solidFill>
              </a:rPr>
              <a:t>Краткий обзор)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504030"/>
            <a:ext cx="10515600" cy="5335715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Проблема: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Компании теряют деньги из-за низкой производительности легаси-кода. Сервера не выдерживают нагрузок, счета за облака растут, а разработка новых фич тормозит. Миграция на новые технологии своими силами занимает 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6-12 месяцев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и часто заканчивается провалом.</a:t>
            </a:r>
          </a:p>
          <a:p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Решение: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GoTransition Kit — это готовая методология для поэтапной замены модулей без остановки продакшена</a:t>
            </a:r>
          </a:p>
          <a:p>
            <a:pPr marL="0" indent="0">
              <a:buNone/>
            </a:pPr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Сокращение времени миграции в 2-3 раза, повышение производительности сервисов, сохранение темпа разработки</a:t>
            </a:r>
            <a:r>
              <a:rPr lang="ru-RU" dirty="0">
                <a:solidFill>
                  <a:schemeClr val="tx1"/>
                </a:solidFill>
              </a:rPr>
              <a:t>.</a:t>
            </a:r>
          </a:p>
          <a:p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359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Problem statement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158240"/>
            <a:ext cx="10515600" cy="542543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компании не могут перейти на Go прямо сейчас?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Страх остановки разработки — "Пока перепишем, конкуренты уйдут вперед"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Непонимание с чего начать — "Переписывать всё сразу или по частям?"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Риски регрессии — "Новый код может работать хуже старого"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экспертизы — "Команда не знает идиом Go и пишет код медленно"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Долгий ROI — "Непонятно, когда миграция окупится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 Миграция не выглядит приоритетом, а бюджет урезают.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Итог:</a:t>
            </a: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Компании теряют деньги тремя способами:</a:t>
            </a: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Платя за неэффективную инфраструктуру (легаси тратит ресурсы)</a:t>
            </a: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Теряют время на неудачные попытки миграции</a:t>
            </a: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Упуская выгоду, потому что не могут быстро масштабироваться</a:t>
            </a:r>
          </a:p>
          <a:p>
            <a:pPr lvl="1"/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773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643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Target market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89888"/>
            <a:ext cx="10515600" cy="510298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Кому нужен GoTransition Kit?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Продуктовые компании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(финтех, маркетплейсы)</a:t>
            </a: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Стек: Python/Django, Java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Боль: Сервера падают под нагрузкой</a:t>
            </a: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Зачем: Переписать высоконагруженные узлы на Go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Enterprise-сектор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Стек: Java-монолиты, C#, легаси</a:t>
            </a: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Боль: Страх трогать критическую систему</a:t>
            </a: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Зачем: Постепенно "удушить" монолит без риска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Стартапы на стадии роста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Стек: Python, Node.js, Ruby (прототипы)</a:t>
            </a: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Боль: Рост пользователей убивает производительность</a:t>
            </a: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Зачем: Быстро перевести ключевую логику, не останавливая разработку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Рынок: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+35% вакансий Go, 60% компаний с Python/Java рассматривают переход</a:t>
            </a:r>
          </a:p>
        </p:txBody>
      </p:sp>
    </p:spTree>
    <p:extLst>
      <p:ext uri="{BB962C8B-B14F-4D97-AF65-F5344CB8AC3E}">
        <p14:creationId xmlns:p14="http://schemas.microsoft.com/office/powerpoint/2010/main" val="1381195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Buyer personas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597152"/>
            <a:ext cx="10515600" cy="489572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Кто наш пользователь?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👨‍💼 Алексей, CTO (45 лет)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Боли: Дорогие сервера, пиковые нагрузки, наем Go-разработчиков</a:t>
            </a: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Цель: Перевести критичные сервисы силами текущей команды за 3 месяца</a:t>
            </a:r>
          </a:p>
          <a:p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👩‍💻 Елена, Tech </a:t>
            </a:r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(32 года)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Боли: Неэффективный код, долгие ревью, архитектура "трещит"</a:t>
            </a: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Цель: Внедрить Go в пилотный микросервис, показать профит</a:t>
            </a:r>
          </a:p>
          <a:p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👨‍🔧 Дмитрий, </a:t>
            </a:r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Senior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(28 лет)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Боли: Устал от легаси, хочет писать на Go, не знает как убедить менеджмент</a:t>
            </a: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Цель: Получить готовые аргументы и стать агентом изменений</a:t>
            </a:r>
          </a:p>
        </p:txBody>
      </p:sp>
    </p:spTree>
    <p:extLst>
      <p:ext uri="{BB962C8B-B14F-4D97-AF65-F5344CB8AC3E}">
        <p14:creationId xmlns:p14="http://schemas.microsoft.com/office/powerpoint/2010/main" val="3527395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Business objectives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560576"/>
            <a:ext cx="10515600" cy="461638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</a:rPr>
              <a:t>Что мы хотим достичь?</a:t>
            </a: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</a:rPr>
              <a:t>Стратегически:</a:t>
            </a: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Стать стандартом миграции на Go в русскоязычном сообществе</a:t>
            </a: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Сократить время внедрения Go с 6-12 до 4-6 месяцев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</a:rPr>
              <a:t>KPI на 202</a:t>
            </a:r>
            <a:r>
              <a:rPr lang="en-US" b="1" dirty="0">
                <a:solidFill>
                  <a:schemeClr val="tx1"/>
                </a:solidFill>
              </a:rPr>
              <a:t>6</a:t>
            </a:r>
            <a:r>
              <a:rPr lang="ru-RU" b="1" dirty="0">
                <a:solidFill>
                  <a:schemeClr val="tx1"/>
                </a:solidFill>
              </a:rPr>
              <a:t>:</a:t>
            </a: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20 пилотных внедрений</a:t>
            </a: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Снижение времени миграции на 40%</a:t>
            </a: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NPS ≥ 8/10</a:t>
            </a: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50+ контрибьюторов в сообществе</a:t>
            </a: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5+ публичных кейсов</a:t>
            </a:r>
          </a:p>
        </p:txBody>
      </p:sp>
    </p:spTree>
    <p:extLst>
      <p:ext uri="{BB962C8B-B14F-4D97-AF65-F5344CB8AC3E}">
        <p14:creationId xmlns:p14="http://schemas.microsoft.com/office/powerpoint/2010/main" val="1294795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10629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Product overview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1920" y="1536192"/>
            <a:ext cx="6986016" cy="51816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Что внутри?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📊 Модуль оценки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Чек-лист аудита архитектуры</a:t>
            </a: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Калькулятор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ROI 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выбора модуля</a:t>
            </a:r>
          </a:p>
          <a:p>
            <a:pPr marL="0" indent="0">
              <a:buNone/>
            </a:pP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🔄 Стратегии миграции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Strangler Pattern, Anti-Corruption Layer, Blue-Green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⚙️ 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Шаблоны кода и инфраструктуры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CI/CD (GitHub Actions, GitLab CI)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 file (multi-stage)</a:t>
            </a: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с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Prometheus/Grafana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7936" y="1536192"/>
            <a:ext cx="4753706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Чек-листы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Pre-migration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что проверить до старта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migration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как убедиться в успехе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🧠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Practices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 Python в Go: что менять в мышлении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 Java в Go: упрощаем архитектуру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433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31013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How it works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556576"/>
            <a:ext cx="10515600" cy="492518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шагов миграции</a:t>
            </a:r>
            <a:endParaRPr 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Аудит (2-5 дней)</a:t>
            </a:r>
            <a:b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Оцениваем модули → выбираем "быструю победу“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Изоляция (1-2 дня)</a:t>
            </a:r>
            <a:b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Границы модуля → прокси для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роутинга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трафика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Разработка (1-4 недели)</a:t>
            </a:r>
            <a:b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Шаблоны Kit → тесты + бенчмарки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Постепенный </a:t>
            </a:r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rollout</a:t>
            </a:r>
            <a:b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1% → 5% → 10% → 50% → 100% трафика, мониторинг метрик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Отключение легаси</a:t>
            </a:r>
            <a:b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стабильности → удаление старого кода</a:t>
            </a:r>
          </a:p>
        </p:txBody>
      </p:sp>
    </p:spTree>
    <p:extLst>
      <p:ext uri="{BB962C8B-B14F-4D97-AF65-F5344CB8AC3E}">
        <p14:creationId xmlns:p14="http://schemas.microsoft.com/office/powerpoint/2010/main" val="3504216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Risk analysis</a:t>
            </a:r>
            <a:endParaRPr lang="ru-RU" dirty="0">
              <a:solidFill>
                <a:schemeClr val="tx1"/>
              </a:solidFill>
            </a:endParaRP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A5352740-FF97-DC9B-F10A-77FCEEB0E0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4465416"/>
              </p:ext>
            </p:extLst>
          </p:nvPr>
        </p:nvGraphicFramePr>
        <p:xfrm>
          <a:off x="719328" y="1560576"/>
          <a:ext cx="10515600" cy="4145281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20709164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806728525"/>
                    </a:ext>
                  </a:extLst>
                </a:gridCol>
              </a:tblGrid>
              <a:tr h="59218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0428755"/>
                  </a:ext>
                </a:extLst>
              </a:tr>
              <a:tr h="59218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3865638"/>
                  </a:ext>
                </a:extLst>
              </a:tr>
              <a:tr h="59218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5636923"/>
                  </a:ext>
                </a:extLst>
              </a:tr>
              <a:tr h="59218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1725485"/>
                  </a:ext>
                </a:extLst>
              </a:tr>
              <a:tr h="59218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2882025"/>
                  </a:ext>
                </a:extLst>
              </a:tr>
              <a:tr h="59218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3974492"/>
                  </a:ext>
                </a:extLst>
              </a:tr>
              <a:tr h="59218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6822663"/>
                  </a:ext>
                </a:extLst>
              </a:tr>
            </a:tbl>
          </a:graphicData>
        </a:graphic>
      </p:graphicFrame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FF639C38-BF8F-3A01-2573-77134A2560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391444"/>
              </p:ext>
            </p:extLst>
          </p:nvPr>
        </p:nvGraphicFramePr>
        <p:xfrm>
          <a:off x="1325880" y="1843086"/>
          <a:ext cx="9302496" cy="3668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1248">
                  <a:extLst>
                    <a:ext uri="{9D8B030D-6E8A-4147-A177-3AD203B41FA5}">
                      <a16:colId xmlns:a16="http://schemas.microsoft.com/office/drawing/2014/main" val="2767218584"/>
                    </a:ext>
                  </a:extLst>
                </a:gridCol>
                <a:gridCol w="4651248">
                  <a:extLst>
                    <a:ext uri="{9D8B030D-6E8A-4147-A177-3AD203B41FA5}">
                      <a16:colId xmlns:a16="http://schemas.microsoft.com/office/drawing/2014/main" val="2780778058"/>
                    </a:ext>
                  </a:extLst>
                </a:gridCol>
              </a:tblGrid>
              <a:tr h="50112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Риск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Решение</a:t>
                      </a:r>
                      <a:endParaRPr lang="ru-RU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202354"/>
                  </a:ext>
                </a:extLst>
              </a:tr>
              <a:tr h="486571"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Пишут "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Python </a:t>
                      </a: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на 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Go"</a:t>
                      </a:r>
                      <a:endParaRPr lang="ru-RU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Линтеры в 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CI, </a:t>
                      </a: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код-ревью</a:t>
                      </a:r>
                      <a:endParaRPr lang="ru-RU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9474993"/>
                  </a:ext>
                </a:extLst>
              </a:tr>
              <a:tr h="486571"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Падение на пике</a:t>
                      </a:r>
                      <a:endParaRPr lang="ru-RU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Профилирование (</a:t>
                      </a:r>
                      <a:r>
                        <a:rPr lang="en-US" sz="20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pprof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ru-RU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27959"/>
                  </a:ext>
                </a:extLst>
              </a:tr>
              <a:tr h="486571"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Утечки памяти</a:t>
                      </a:r>
                      <a:endParaRPr lang="ru-RU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Дашборды в 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Grafana</a:t>
                      </a:r>
                      <a:endParaRPr lang="ru-RU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428713"/>
                  </a:ext>
                </a:extLst>
              </a:tr>
              <a:tr h="486571"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Несовместимость 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API</a:t>
                      </a:r>
                      <a:endParaRPr lang="ru-RU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Contract testing</a:t>
                      </a:r>
                      <a:endParaRPr lang="ru-RU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243813"/>
                  </a:ext>
                </a:extLst>
              </a:tr>
              <a:tr h="520358"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Сопротивление команды</a:t>
                      </a:r>
                      <a:endParaRPr lang="ru-RU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Вовлекать в выбор, показывать победы</a:t>
                      </a:r>
                      <a:endParaRPr lang="ru-RU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796229"/>
                  </a:ext>
                </a:extLst>
              </a:tr>
              <a:tr h="486571"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Регрессия</a:t>
                      </a:r>
                      <a:endParaRPr lang="ru-RU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Параллельный запуск, сравнение результатов</a:t>
                      </a:r>
                      <a:endParaRPr lang="ru-RU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20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3707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DF21E8-AAA2-818F-754D-0462B35DD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Metrics for success</a:t>
            </a:r>
            <a:br>
              <a:rPr lang="en-US" b="1" dirty="0">
                <a:solidFill>
                  <a:schemeClr val="tx1"/>
                </a:solidFill>
              </a:rPr>
            </a:b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8B339C-0A7F-051B-632F-7FE7CA4B2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3584"/>
            <a:ext cx="10515600" cy="561441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</a:rPr>
              <a:t>Технические метрики:</a:t>
            </a: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dirty="0" err="1">
                <a:solidFill>
                  <a:schemeClr val="tx1"/>
                </a:solidFill>
              </a:rPr>
              <a:t>Latency</a:t>
            </a:r>
            <a:r>
              <a:rPr lang="ru-RU" dirty="0">
                <a:solidFill>
                  <a:schemeClr val="tx1"/>
                </a:solidFill>
              </a:rPr>
              <a:t> (p95, p99) ↓ </a:t>
            </a:r>
            <a:r>
              <a:rPr lang="ru-RU" b="1" dirty="0">
                <a:solidFill>
                  <a:schemeClr val="tx1"/>
                </a:solidFill>
              </a:rPr>
              <a:t>50-80%</a:t>
            </a: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CPU/Memory </a:t>
            </a:r>
            <a:r>
              <a:rPr lang="ru-RU" dirty="0" err="1">
                <a:solidFill>
                  <a:schemeClr val="tx1"/>
                </a:solidFill>
              </a:rPr>
              <a:t>usage</a:t>
            </a:r>
            <a:r>
              <a:rPr lang="ru-RU" dirty="0">
                <a:solidFill>
                  <a:schemeClr val="tx1"/>
                </a:solidFill>
              </a:rPr>
              <a:t> ↓ </a:t>
            </a:r>
            <a:r>
              <a:rPr lang="ru-RU" b="1" dirty="0">
                <a:solidFill>
                  <a:schemeClr val="tx1"/>
                </a:solidFill>
              </a:rPr>
              <a:t>30-60%</a:t>
            </a: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dirty="0" err="1">
                <a:solidFill>
                  <a:schemeClr val="tx1"/>
                </a:solidFill>
              </a:rPr>
              <a:t>Error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rate</a:t>
            </a:r>
            <a:r>
              <a:rPr lang="ru-RU" dirty="0">
                <a:solidFill>
                  <a:schemeClr val="tx1"/>
                </a:solidFill>
              </a:rPr>
              <a:t> ≤ старая система</a:t>
            </a: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Время запуска: </a:t>
            </a:r>
            <a:r>
              <a:rPr lang="ru-RU" b="1" dirty="0">
                <a:solidFill>
                  <a:schemeClr val="tx1"/>
                </a:solidFill>
              </a:rPr>
              <a:t>секунды вместо минут</a:t>
            </a:r>
          </a:p>
          <a:p>
            <a:pPr marL="0" indent="0">
              <a:buNone/>
            </a:pP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</a:rPr>
              <a:t>Бизнес-метрики:</a:t>
            </a: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Time-</a:t>
            </a:r>
            <a:r>
              <a:rPr lang="ru-RU" dirty="0" err="1">
                <a:solidFill>
                  <a:schemeClr val="tx1"/>
                </a:solidFill>
              </a:rPr>
              <a:t>to</a:t>
            </a:r>
            <a:r>
              <a:rPr lang="ru-RU" dirty="0">
                <a:solidFill>
                  <a:schemeClr val="tx1"/>
                </a:solidFill>
              </a:rPr>
              <a:t>-</a:t>
            </a:r>
            <a:r>
              <a:rPr lang="ru-RU" dirty="0" err="1">
                <a:solidFill>
                  <a:schemeClr val="tx1"/>
                </a:solidFill>
              </a:rPr>
              <a:t>market</a:t>
            </a:r>
            <a:r>
              <a:rPr lang="ru-RU" dirty="0">
                <a:solidFill>
                  <a:schemeClr val="tx1"/>
                </a:solidFill>
              </a:rPr>
              <a:t> ↑ (скорость вывода новых фич)</a:t>
            </a: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MTTR ↓ (время восстановления после сбоев)</a:t>
            </a: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Та же нагрузка </a:t>
            </a:r>
            <a:r>
              <a:rPr lang="ru-RU" b="1" dirty="0">
                <a:solidFill>
                  <a:schemeClr val="tx1"/>
                </a:solidFill>
              </a:rPr>
              <a:t>меньшей командой</a:t>
            </a:r>
          </a:p>
          <a:p>
            <a:pPr marL="0" indent="0">
              <a:buNone/>
            </a:pP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</a:rPr>
              <a:t>Метрики внедрения:</a:t>
            </a: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Количество переведенных модулей</a:t>
            </a: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Время до первого продакшн-релиза: </a:t>
            </a:r>
            <a:r>
              <a:rPr lang="ru-RU" b="1" dirty="0">
                <a:solidFill>
                  <a:schemeClr val="tx1"/>
                </a:solidFill>
              </a:rPr>
              <a:t>&lt; 2 недель</a:t>
            </a:r>
            <a:endParaRPr lang="ru-RU" dirty="0">
              <a:solidFill>
                <a:schemeClr val="tx1"/>
              </a:solidFill>
            </a:endParaRPr>
          </a:p>
          <a:p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044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665241-B668-E9A4-658F-48E8BA2DE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Budget and allocation</a:t>
            </a:r>
            <a:br>
              <a:rPr lang="en-US" b="1" dirty="0">
                <a:solidFill>
                  <a:schemeClr val="tx1"/>
                </a:solidFill>
              </a:rPr>
            </a:b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9EB04C-88DA-4151-CE45-0C525C609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928"/>
            <a:ext cx="10515600" cy="543763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</a:rPr>
              <a:t>План работ и ресурсы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</a:rPr>
              <a:t>Разработка (</a:t>
            </a:r>
            <a:r>
              <a:rPr lang="ru-RU" b="1" dirty="0" err="1">
                <a:solidFill>
                  <a:schemeClr val="tx1"/>
                </a:solidFill>
              </a:rPr>
              <a:t>Month</a:t>
            </a:r>
            <a:r>
              <a:rPr lang="ru-RU" b="1" dirty="0">
                <a:solidFill>
                  <a:schemeClr val="tx1"/>
                </a:solidFill>
              </a:rPr>
              <a:t> 1):</a:t>
            </a:r>
            <a:r>
              <a:rPr lang="ru-RU" dirty="0">
                <a:solidFill>
                  <a:schemeClr val="tx1"/>
                </a:solidFill>
              </a:rPr>
              <a:t> 150 часов</a:t>
            </a: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Аналитика: 40 ч</a:t>
            </a: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Документация: 60 ч</a:t>
            </a: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Шаблоны кода: 50 ч</a:t>
            </a:r>
          </a:p>
          <a:p>
            <a:pPr marL="0" indent="0">
              <a:buNone/>
            </a:pP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</a:rPr>
              <a:t>Пилоты (</a:t>
            </a:r>
            <a:r>
              <a:rPr lang="ru-RU" b="1" dirty="0" err="1">
                <a:solidFill>
                  <a:schemeClr val="tx1"/>
                </a:solidFill>
              </a:rPr>
              <a:t>Month</a:t>
            </a:r>
            <a:r>
              <a:rPr lang="ru-RU" b="1" dirty="0">
                <a:solidFill>
                  <a:schemeClr val="tx1"/>
                </a:solidFill>
              </a:rPr>
              <a:t> 2):</a:t>
            </a:r>
            <a:r>
              <a:rPr lang="ru-RU" dirty="0">
                <a:solidFill>
                  <a:schemeClr val="tx1"/>
                </a:solidFill>
              </a:rPr>
              <a:t> 20 ч/неделя</a:t>
            </a: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2-3 компании-партнера</a:t>
            </a: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Сбор обратной связи</a:t>
            </a:r>
          </a:p>
          <a:p>
            <a:pPr marL="0" indent="0">
              <a:buNone/>
            </a:pP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</a:rPr>
              <a:t>Маркетинг (</a:t>
            </a:r>
            <a:r>
              <a:rPr lang="ru-RU" b="1" dirty="0" err="1">
                <a:solidFill>
                  <a:schemeClr val="tx1"/>
                </a:solidFill>
              </a:rPr>
              <a:t>Month</a:t>
            </a:r>
            <a:r>
              <a:rPr lang="ru-RU" b="1" dirty="0">
                <a:solidFill>
                  <a:schemeClr val="tx1"/>
                </a:solidFill>
              </a:rPr>
              <a:t> 3):</a:t>
            </a: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Лендинг, вебинары, статьи на </a:t>
            </a:r>
            <a:r>
              <a:rPr lang="ru-RU" dirty="0" err="1">
                <a:solidFill>
                  <a:schemeClr val="tx1"/>
                </a:solidFill>
              </a:rPr>
              <a:t>Habr</a:t>
            </a: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</a:rPr>
              <a:t>Итого:</a:t>
            </a:r>
            <a:r>
              <a:rPr lang="ru-RU" dirty="0">
                <a:solidFill>
                  <a:schemeClr val="tx1"/>
                </a:solidFill>
              </a:rPr>
              <a:t> 3 месяца, команда 2-3 человека</a:t>
            </a:r>
          </a:p>
          <a:p>
            <a:pPr marL="0" indent="0">
              <a:buNone/>
            </a:pP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6089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6E7AAC-E658-1529-435F-4B0250A0E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tx1"/>
                </a:solidFill>
              </a:rPr>
              <a:t>Юридические и этические аспекты</a:t>
            </a:r>
            <a:br>
              <a:rPr lang="ru-RU" b="1" dirty="0">
                <a:solidFill>
                  <a:schemeClr val="tx1"/>
                </a:solidFill>
              </a:rPr>
            </a:b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929467-FC8E-6CAC-830E-9756FC9D2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5776"/>
            <a:ext cx="10515600" cy="523709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</a:rPr>
              <a:t>Стандарты:</a:t>
            </a: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Идиомы </a:t>
            </a:r>
            <a:r>
              <a:rPr lang="en-US" dirty="0">
                <a:solidFill>
                  <a:schemeClr val="tx1"/>
                </a:solidFill>
              </a:rPr>
              <a:t>Go (Effective Go)</a:t>
            </a: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Поддержка </a:t>
            </a:r>
            <a:r>
              <a:rPr lang="en-US" dirty="0">
                <a:solidFill>
                  <a:schemeClr val="tx1"/>
                </a:solidFill>
              </a:rPr>
              <a:t>LTS-</a:t>
            </a:r>
            <a:r>
              <a:rPr lang="ru-RU" dirty="0">
                <a:solidFill>
                  <a:schemeClr val="tx1"/>
                </a:solidFill>
              </a:rPr>
              <a:t>версий</a:t>
            </a:r>
          </a:p>
          <a:p>
            <a:pPr marL="0" indent="0">
              <a:buNone/>
            </a:pP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</a:rPr>
              <a:t>Безопасность:</a:t>
            </a: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Рекомендации по работе с памятью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SAST/DAST </a:t>
            </a:r>
            <a:r>
              <a:rPr lang="ru-RU" dirty="0">
                <a:solidFill>
                  <a:schemeClr val="tx1"/>
                </a:solidFill>
              </a:rPr>
              <a:t>в </a:t>
            </a:r>
            <a:r>
              <a:rPr lang="en-US" dirty="0">
                <a:solidFill>
                  <a:schemeClr val="tx1"/>
                </a:solidFill>
              </a:rPr>
              <a:t>CI (</a:t>
            </a:r>
            <a:r>
              <a:rPr lang="en-US" dirty="0" err="1">
                <a:solidFill>
                  <a:schemeClr val="tx1"/>
                </a:solidFill>
              </a:rPr>
              <a:t>gosec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govulncheck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</a:rPr>
              <a:t>Лицензия:</a:t>
            </a: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MIT</a:t>
            </a:r>
            <a:r>
              <a:rPr lang="en-US" dirty="0">
                <a:solidFill>
                  <a:schemeClr val="tx1"/>
                </a:solidFill>
              </a:rPr>
              <a:t> — </a:t>
            </a:r>
            <a:r>
              <a:rPr lang="ru-RU" dirty="0">
                <a:solidFill>
                  <a:schemeClr val="tx1"/>
                </a:solidFill>
              </a:rPr>
              <a:t>свободное использование</a:t>
            </a: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Прозрачные примеры кода</a:t>
            </a: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Принимаем </a:t>
            </a:r>
            <a:r>
              <a:rPr lang="en-US" dirty="0">
                <a:solidFill>
                  <a:schemeClr val="tx1"/>
                </a:solidFill>
              </a:rPr>
              <a:t>pull request'</a:t>
            </a:r>
            <a:r>
              <a:rPr lang="ru-RU" dirty="0">
                <a:solidFill>
                  <a:schemeClr val="tx1"/>
                </a:solidFill>
              </a:rPr>
              <a:t>ы</a:t>
            </a:r>
          </a:p>
          <a:p>
            <a:pPr marL="0" indent="0">
              <a:buNone/>
            </a:pP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0889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Спасибо за внимание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Контакты: </a:t>
            </a:r>
            <a:r>
              <a:rPr lang="en-US" dirty="0">
                <a:solidFill>
                  <a:schemeClr val="tx1"/>
                </a:solidFill>
              </a:rPr>
              <a:t>telegram -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-&gt; @reloadedie</a:t>
            </a:r>
            <a:endParaRPr lang="ru-RU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Github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: </a:t>
            </a:r>
            <a:r>
              <a:rPr lang="en-US" dirty="0">
                <a:solidFill>
                  <a:srgbClr val="6B9F25"/>
                </a:solidFill>
                <a:hlinkClick r:id="rId2" tooltip="https://github.com/reloadedie/Go-Transition-K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https://github.com/reloadedie/</a:t>
            </a:r>
            <a:r>
              <a:rPr lang="en-US" dirty="0">
                <a:solidFill>
                  <a:schemeClr val="tx1"/>
                </a:solidFill>
                <a:hlinkClick r:id="rId2" tooltip="https://github.com/reloadedie/Go-Transition-K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Go-Transition-Kit</a:t>
            </a:r>
            <a:endParaRPr lang="ru-RU" dirty="0">
              <a:solidFill>
                <a:schemeClr val="tx1"/>
              </a:solidFill>
            </a:endParaRPr>
          </a:p>
          <a:p>
            <a:endParaRPr lang="ru-RU" dirty="0">
              <a:solidFill>
                <a:schemeClr val="tx1"/>
              </a:solidFill>
            </a:endParaRPr>
          </a:p>
          <a:p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A387B3E-E742-9507-A089-A185D36DD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094" y="3263742"/>
            <a:ext cx="3261811" cy="291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373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Аспект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905</Words>
  <Application>Microsoft Office PowerPoint</Application>
  <PresentationFormat>Широкоэкранный</PresentationFormat>
  <Paragraphs>165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quote-cjk-patch</vt:lpstr>
      <vt:lpstr>Times New Roman</vt:lpstr>
      <vt:lpstr>Wingdings</vt:lpstr>
      <vt:lpstr>Тема Office</vt:lpstr>
      <vt:lpstr>GoTransition Kit: Быстрая миграция программных модулей на Golang</vt:lpstr>
      <vt:lpstr>GoTransition Kit</vt:lpstr>
      <vt:lpstr>Executive summary (Краткий обзор)</vt:lpstr>
      <vt:lpstr>Problem statement </vt:lpstr>
      <vt:lpstr>Target market</vt:lpstr>
      <vt:lpstr>Buyer personas</vt:lpstr>
      <vt:lpstr>Business objectives</vt:lpstr>
      <vt:lpstr>Product overview</vt:lpstr>
      <vt:lpstr>How it works</vt:lpstr>
      <vt:lpstr>Risk analysis</vt:lpstr>
      <vt:lpstr>Metrics for success </vt:lpstr>
      <vt:lpstr>Budget and allocation </vt:lpstr>
      <vt:lpstr>Юридические и этические аспекты 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Минимализм светлый, шаблон презентации с сайта presentation-creation.ru</dc:title>
  <dc:creator>User Obstinate</dc:creator>
  <cp:lastModifiedBy>Кирилл Кротов</cp:lastModifiedBy>
  <cp:revision>14</cp:revision>
  <dcterms:created xsi:type="dcterms:W3CDTF">2024-11-04T08:17:15Z</dcterms:created>
  <dcterms:modified xsi:type="dcterms:W3CDTF">2026-03-07T01:21:26Z</dcterms:modified>
</cp:coreProperties>
</file>